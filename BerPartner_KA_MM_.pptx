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sldIdLst>
    <p:sldId id="295" r:id="rId2"/>
    <p:sldId id="263" r:id="rId3"/>
    <p:sldId id="257" r:id="rId4"/>
    <p:sldId id="260" r:id="rId5"/>
    <p:sldId id="261" r:id="rId6"/>
    <p:sldId id="265" r:id="rId7"/>
    <p:sldId id="269" r:id="rId8"/>
    <p:sldId id="266" r:id="rId9"/>
    <p:sldId id="268" r:id="rId10"/>
    <p:sldId id="271" r:id="rId11"/>
    <p:sldId id="267" r:id="rId12"/>
    <p:sldId id="270" r:id="rId13"/>
    <p:sldId id="259" r:id="rId14"/>
    <p:sldId id="294" r:id="rId15"/>
    <p:sldId id="273" r:id="rId16"/>
    <p:sldId id="274" r:id="rId17"/>
    <p:sldId id="283" r:id="rId18"/>
    <p:sldId id="284" r:id="rId19"/>
    <p:sldId id="285" r:id="rId20"/>
    <p:sldId id="286" r:id="rId21"/>
    <p:sldId id="275" r:id="rId22"/>
    <p:sldId id="290" r:id="rId23"/>
    <p:sldId id="292" r:id="rId24"/>
    <p:sldId id="293" r:id="rId25"/>
    <p:sldId id="291" r:id="rId26"/>
    <p:sldId id="276" r:id="rId27"/>
    <p:sldId id="278" r:id="rId28"/>
    <p:sldId id="279" r:id="rId29"/>
    <p:sldId id="277" r:id="rId30"/>
    <p:sldId id="280" r:id="rId31"/>
    <p:sldId id="282" r:id="rId32"/>
    <p:sldId id="281" r:id="rId33"/>
    <p:sldId id="287" r:id="rId34"/>
    <p:sldId id="288" r:id="rId35"/>
    <p:sldId id="289" r:id="rId36"/>
    <p:sldId id="296" r:id="rId37"/>
    <p:sldId id="297" r:id="rId38"/>
    <p:sldId id="298" r:id="rId39"/>
    <p:sldId id="299" r:id="rId40"/>
    <p:sldId id="272" r:id="rId4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58ED"/>
    <a:srgbClr val="F28372"/>
    <a:srgbClr val="B00909"/>
    <a:srgbClr val="B34747"/>
    <a:srgbClr val="FC8F00"/>
    <a:srgbClr val="FF8000"/>
    <a:srgbClr val="B35A02"/>
    <a:srgbClr val="D77E07"/>
    <a:srgbClr val="1A2233"/>
    <a:srgbClr val="162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9DBEA-3170-365E-4ED5-38941C5891CC}" v="703" dt="2026-05-08T21:49:27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pó Alex" userId="S::kopo.alex@dozsakalocsa.hu::f25e6d4d-ede6-42ad-9f82-efb9ab274b31" providerId="AD" clId="Web-{E5B9DBEA-3170-365E-4ED5-38941C5891CC}"/>
    <pc:docChg chg="addSld delSld modSld">
      <pc:chgData name="Kopó Alex" userId="S::kopo.alex@dozsakalocsa.hu::f25e6d4d-ede6-42ad-9f82-efb9ab274b31" providerId="AD" clId="Web-{E5B9DBEA-3170-365E-4ED5-38941C5891CC}" dt="2026-05-08T21:49:27.778" v="440"/>
      <pc:docMkLst>
        <pc:docMk/>
      </pc:docMkLst>
      <pc:sldChg chg="del">
        <pc:chgData name="Kopó Alex" userId="S::kopo.alex@dozsakalocsa.hu::f25e6d4d-ede6-42ad-9f82-efb9ab274b31" providerId="AD" clId="Web-{E5B9DBEA-3170-365E-4ED5-38941C5891CC}" dt="2026-05-08T21:12:29.224" v="12"/>
        <pc:sldMkLst>
          <pc:docMk/>
          <pc:sldMk cId="3384029794" sldId="258"/>
        </pc:sldMkLst>
      </pc:sldChg>
      <pc:sldChg chg="modSp">
        <pc:chgData name="Kopó Alex" userId="S::kopo.alex@dozsakalocsa.hu::f25e6d4d-ede6-42ad-9f82-efb9ab274b31" providerId="AD" clId="Web-{E5B9DBEA-3170-365E-4ED5-38941C5891CC}" dt="2026-05-08T21:12:23.817" v="11" actId="20577"/>
        <pc:sldMkLst>
          <pc:docMk/>
          <pc:sldMk cId="2421366967" sldId="260"/>
        </pc:sldMkLst>
        <pc:spChg chg="mod">
          <ac:chgData name="Kopó Alex" userId="S::kopo.alex@dozsakalocsa.hu::f25e6d4d-ede6-42ad-9f82-efb9ab274b31" providerId="AD" clId="Web-{E5B9DBEA-3170-365E-4ED5-38941C5891CC}" dt="2026-05-08T21:12:23.817" v="11" actId="20577"/>
          <ac:spMkLst>
            <pc:docMk/>
            <pc:sldMk cId="2421366967" sldId="260"/>
            <ac:spMk id="3" creationId="{F39C2D30-2FA8-B9CA-5AE4-E1DD6AF6FEFF}"/>
          </ac:spMkLst>
        </pc:spChg>
      </pc:sldChg>
      <pc:sldChg chg="addSp modSp">
        <pc:chgData name="Kopó Alex" userId="S::kopo.alex@dozsakalocsa.hu::f25e6d4d-ede6-42ad-9f82-efb9ab274b31" providerId="AD" clId="Web-{E5B9DBEA-3170-365E-4ED5-38941C5891CC}" dt="2026-05-08T21:22:08.754" v="200" actId="20577"/>
        <pc:sldMkLst>
          <pc:docMk/>
          <pc:sldMk cId="2200498390" sldId="267"/>
        </pc:sldMkLst>
        <pc:spChg chg="add mod">
          <ac:chgData name="Kopó Alex" userId="S::kopo.alex@dozsakalocsa.hu::f25e6d4d-ede6-42ad-9f82-efb9ab274b31" providerId="AD" clId="Web-{E5B9DBEA-3170-365E-4ED5-38941C5891CC}" dt="2026-05-08T21:22:08.754" v="200" actId="20577"/>
          <ac:spMkLst>
            <pc:docMk/>
            <pc:sldMk cId="2200498390" sldId="267"/>
            <ac:spMk id="2" creationId="{5F560B98-A52C-BD95-D58B-7C5AB6EF3443}"/>
          </ac:spMkLst>
        </pc:spChg>
      </pc:sldChg>
      <pc:sldChg chg="addSp delSp modSp">
        <pc:chgData name="Kopó Alex" userId="S::kopo.alex@dozsakalocsa.hu::f25e6d4d-ede6-42ad-9f82-efb9ab274b31" providerId="AD" clId="Web-{E5B9DBEA-3170-365E-4ED5-38941C5891CC}" dt="2026-05-08T21:29:38.973" v="264" actId="1076"/>
        <pc:sldMkLst>
          <pc:docMk/>
          <pc:sldMk cId="2928030338" sldId="270"/>
        </pc:sldMkLst>
        <pc:spChg chg="add del">
          <ac:chgData name="Kopó Alex" userId="S::kopo.alex@dozsakalocsa.hu::f25e6d4d-ede6-42ad-9f82-efb9ab274b31" providerId="AD" clId="Web-{E5B9DBEA-3170-365E-4ED5-38941C5891CC}" dt="2026-05-08T21:26:42.154" v="203"/>
          <ac:spMkLst>
            <pc:docMk/>
            <pc:sldMk cId="2928030338" sldId="270"/>
            <ac:spMk id="3" creationId="{109555D7-182B-1146-FD86-5C8DF585B147}"/>
          </ac:spMkLst>
        </pc:spChg>
        <pc:spChg chg="add mod">
          <ac:chgData name="Kopó Alex" userId="S::kopo.alex@dozsakalocsa.hu::f25e6d4d-ede6-42ad-9f82-efb9ab274b31" providerId="AD" clId="Web-{E5B9DBEA-3170-365E-4ED5-38941C5891CC}" dt="2026-05-08T21:29:38.973" v="264" actId="1076"/>
          <ac:spMkLst>
            <pc:docMk/>
            <pc:sldMk cId="2928030338" sldId="270"/>
            <ac:spMk id="4" creationId="{67239A05-5084-39E4-8C72-A6FDD7D1F211}"/>
          </ac:spMkLst>
        </pc:spChg>
        <pc:picChg chg="mod">
          <ac:chgData name="Kopó Alex" userId="S::kopo.alex@dozsakalocsa.hu::f25e6d4d-ede6-42ad-9f82-efb9ab274b31" providerId="AD" clId="Web-{E5B9DBEA-3170-365E-4ED5-38941C5891CC}" dt="2026-05-08T21:22:33.770" v="201" actId="1076"/>
          <ac:picMkLst>
            <pc:docMk/>
            <pc:sldMk cId="2928030338" sldId="270"/>
            <ac:picMk id="2" creationId="{B56DC102-2550-A754-B694-37DC4A819964}"/>
          </ac:picMkLst>
        </pc:picChg>
      </pc:sldChg>
      <pc:sldChg chg="addSp delSp modSp">
        <pc:chgData name="Kopó Alex" userId="S::kopo.alex@dozsakalocsa.hu::f25e6d4d-ede6-42ad-9f82-efb9ab274b31" providerId="AD" clId="Web-{E5B9DBEA-3170-365E-4ED5-38941C5891CC}" dt="2026-05-08T21:18:09.061" v="133" actId="20577"/>
        <pc:sldMkLst>
          <pc:docMk/>
          <pc:sldMk cId="1464907904" sldId="271"/>
        </pc:sldMkLst>
        <pc:spChg chg="add del mod">
          <ac:chgData name="Kopó Alex" userId="S::kopo.alex@dozsakalocsa.hu::f25e6d4d-ede6-42ad-9f82-efb9ab274b31" providerId="AD" clId="Web-{E5B9DBEA-3170-365E-4ED5-38941C5891CC}" dt="2026-05-08T21:13:01.287" v="15"/>
          <ac:spMkLst>
            <pc:docMk/>
            <pc:sldMk cId="1464907904" sldId="271"/>
            <ac:spMk id="2" creationId="{A42E8DC8-B5F5-F654-575C-A26E1A84BF48}"/>
          </ac:spMkLst>
        </pc:spChg>
        <pc:spChg chg="add mod">
          <ac:chgData name="Kopó Alex" userId="S::kopo.alex@dozsakalocsa.hu::f25e6d4d-ede6-42ad-9f82-efb9ab274b31" providerId="AD" clId="Web-{E5B9DBEA-3170-365E-4ED5-38941C5891CC}" dt="2026-05-08T21:18:09.061" v="133" actId="20577"/>
          <ac:spMkLst>
            <pc:docMk/>
            <pc:sldMk cId="1464907904" sldId="271"/>
            <ac:spMk id="3" creationId="{672A59F9-1B01-BA9D-019D-82904E639158}"/>
          </ac:spMkLst>
        </pc:spChg>
      </pc:sldChg>
      <pc:sldChg chg="addSp delSp modSp mod modShow">
        <pc:chgData name="Kopó Alex" userId="S::kopo.alex@dozsakalocsa.hu::f25e6d4d-ede6-42ad-9f82-efb9ab274b31" providerId="AD" clId="Web-{E5B9DBEA-3170-365E-4ED5-38941C5891CC}" dt="2026-05-08T21:36:51.987" v="392" actId="14100"/>
        <pc:sldMkLst>
          <pc:docMk/>
          <pc:sldMk cId="3047577121" sldId="272"/>
        </pc:sldMkLst>
        <pc:spChg chg="add mod">
          <ac:chgData name="Kopó Alex" userId="S::kopo.alex@dozsakalocsa.hu::f25e6d4d-ede6-42ad-9f82-efb9ab274b31" providerId="AD" clId="Web-{E5B9DBEA-3170-365E-4ED5-38941C5891CC}" dt="2026-05-08T21:32:37.820" v="348" actId="14100"/>
          <ac:spMkLst>
            <pc:docMk/>
            <pc:sldMk cId="3047577121" sldId="272"/>
            <ac:spMk id="2" creationId="{33F7FA10-8E35-7F8F-87FC-ED9FF556EA67}"/>
          </ac:spMkLst>
        </pc:spChg>
        <pc:spChg chg="mod">
          <ac:chgData name="Kopó Alex" userId="S::kopo.alex@dozsakalocsa.hu::f25e6d4d-ede6-42ad-9f82-efb9ab274b31" providerId="AD" clId="Web-{E5B9DBEA-3170-365E-4ED5-38941C5891CC}" dt="2026-05-08T21:34:19.591" v="365" actId="20577"/>
          <ac:spMkLst>
            <pc:docMk/>
            <pc:sldMk cId="3047577121" sldId="272"/>
            <ac:spMk id="3" creationId="{1A7EC859-BA3E-C876-4CCA-BCCE3719A87A}"/>
          </ac:spMkLst>
        </pc:spChg>
        <pc:spChg chg="add mod">
          <ac:chgData name="Kopó Alex" userId="S::kopo.alex@dozsakalocsa.hu::f25e6d4d-ede6-42ad-9f82-efb9ab274b31" providerId="AD" clId="Web-{E5B9DBEA-3170-365E-4ED5-38941C5891CC}" dt="2026-05-08T21:33:31.526" v="358" actId="1076"/>
          <ac:spMkLst>
            <pc:docMk/>
            <pc:sldMk cId="3047577121" sldId="272"/>
            <ac:spMk id="4" creationId="{B5DB7422-8438-6F55-A751-1CCD1711FC76}"/>
          </ac:spMkLst>
        </pc:spChg>
        <pc:picChg chg="add mod">
          <ac:chgData name="Kopó Alex" userId="S::kopo.alex@dozsakalocsa.hu::f25e6d4d-ede6-42ad-9f82-efb9ab274b31" providerId="AD" clId="Web-{E5B9DBEA-3170-365E-4ED5-38941C5891CC}" dt="2026-05-08T21:34:38.701" v="367" actId="1076"/>
          <ac:picMkLst>
            <pc:docMk/>
            <pc:sldMk cId="3047577121" sldId="272"/>
            <ac:picMk id="6" creationId="{AE071DD8-97D8-7CEE-0C80-D878F43C2354}"/>
          </ac:picMkLst>
        </pc:picChg>
        <pc:picChg chg="add del mod">
          <ac:chgData name="Kopó Alex" userId="S::kopo.alex@dozsakalocsa.hu::f25e6d4d-ede6-42ad-9f82-efb9ab274b31" providerId="AD" clId="Web-{E5B9DBEA-3170-365E-4ED5-38941C5891CC}" dt="2026-05-08T21:35:19.750" v="376"/>
          <ac:picMkLst>
            <pc:docMk/>
            <pc:sldMk cId="3047577121" sldId="272"/>
            <ac:picMk id="8" creationId="{24696C0D-6A88-62B9-DABB-1621D99FCD79}"/>
          </ac:picMkLst>
        </pc:picChg>
        <pc:picChg chg="add del mod modCrop">
          <ac:chgData name="Kopó Alex" userId="S::kopo.alex@dozsakalocsa.hu::f25e6d4d-ede6-42ad-9f82-efb9ab274b31" providerId="AD" clId="Web-{E5B9DBEA-3170-365E-4ED5-38941C5891CC}" dt="2026-05-08T21:35:24.453" v="380"/>
          <ac:picMkLst>
            <pc:docMk/>
            <pc:sldMk cId="3047577121" sldId="272"/>
            <ac:picMk id="12" creationId="{C5627FF2-03D3-569F-442E-76ACE5D5FF3E}"/>
          </ac:picMkLst>
        </pc:picChg>
        <pc:picChg chg="add mod">
          <ac:chgData name="Kopó Alex" userId="S::kopo.alex@dozsakalocsa.hu::f25e6d4d-ede6-42ad-9f82-efb9ab274b31" providerId="AD" clId="Web-{E5B9DBEA-3170-365E-4ED5-38941C5891CC}" dt="2026-05-08T21:36:51.987" v="392" actId="14100"/>
          <ac:picMkLst>
            <pc:docMk/>
            <pc:sldMk cId="3047577121" sldId="272"/>
            <ac:picMk id="13" creationId="{2BE7FA89-47FA-ABCE-8FF3-7B4019527CB0}"/>
          </ac:picMkLst>
        </pc:picChg>
      </pc:sldChg>
      <pc:sldChg chg="addSp delSp modSp add replId">
        <pc:chgData name="Kopó Alex" userId="S::kopo.alex@dozsakalocsa.hu::f25e6d4d-ede6-42ad-9f82-efb9ab274b31" providerId="AD" clId="Web-{E5B9DBEA-3170-365E-4ED5-38941C5891CC}" dt="2026-05-08T21:38:58.037" v="410" actId="1076"/>
        <pc:sldMkLst>
          <pc:docMk/>
          <pc:sldMk cId="1154077117" sldId="296"/>
        </pc:sldMkLst>
        <pc:spChg chg="mod">
          <ac:chgData name="Kopó Alex" userId="S::kopo.alex@dozsakalocsa.hu::f25e6d4d-ede6-42ad-9f82-efb9ab274b31" providerId="AD" clId="Web-{E5B9DBEA-3170-365E-4ED5-38941C5891CC}" dt="2026-05-08T21:37:25.144" v="402" actId="20577"/>
          <ac:spMkLst>
            <pc:docMk/>
            <pc:sldMk cId="1154077117" sldId="296"/>
            <ac:spMk id="12" creationId="{40C7D85F-096C-1DD6-1BC1-522CC739FED6}"/>
          </ac:spMkLst>
        </pc:spChg>
        <pc:spChg chg="del">
          <ac:chgData name="Kopó Alex" userId="S::kopo.alex@dozsakalocsa.hu::f25e6d4d-ede6-42ad-9f82-efb9ab274b31" providerId="AD" clId="Web-{E5B9DBEA-3170-365E-4ED5-38941C5891CC}" dt="2026-05-08T21:37:31.004" v="405"/>
          <ac:spMkLst>
            <pc:docMk/>
            <pc:sldMk cId="1154077117" sldId="296"/>
            <ac:spMk id="13" creationId="{A8E6AA2D-42C7-32A1-EB88-56D1D22B4B2C}"/>
          </ac:spMkLst>
        </pc:spChg>
        <pc:picChg chg="add mod">
          <ac:chgData name="Kopó Alex" userId="S::kopo.alex@dozsakalocsa.hu::f25e6d4d-ede6-42ad-9f82-efb9ab274b31" providerId="AD" clId="Web-{E5B9DBEA-3170-365E-4ED5-38941C5891CC}" dt="2026-05-08T21:38:58.037" v="410" actId="1076"/>
          <ac:picMkLst>
            <pc:docMk/>
            <pc:sldMk cId="1154077117" sldId="296"/>
            <ac:picMk id="2" creationId="{DEA028D3-B825-BA5C-E440-B008D852A850}"/>
          </ac:picMkLst>
        </pc:picChg>
        <pc:picChg chg="del">
          <ac:chgData name="Kopó Alex" userId="S::kopo.alex@dozsakalocsa.hu::f25e6d4d-ede6-42ad-9f82-efb9ab274b31" providerId="AD" clId="Web-{E5B9DBEA-3170-365E-4ED5-38941C5891CC}" dt="2026-05-08T21:37:28.316" v="403"/>
          <ac:picMkLst>
            <pc:docMk/>
            <pc:sldMk cId="1154077117" sldId="296"/>
            <ac:picMk id="3" creationId="{1A4B4413-F378-B87A-A2D5-039122465C1A}"/>
          </ac:picMkLst>
        </pc:picChg>
        <pc:picChg chg="del">
          <ac:chgData name="Kopó Alex" userId="S::kopo.alex@dozsakalocsa.hu::f25e6d4d-ede6-42ad-9f82-efb9ab274b31" providerId="AD" clId="Web-{E5B9DBEA-3170-365E-4ED5-38941C5891CC}" dt="2026-05-08T21:37:29.566" v="404"/>
          <ac:picMkLst>
            <pc:docMk/>
            <pc:sldMk cId="1154077117" sldId="296"/>
            <ac:picMk id="5" creationId="{246CD8D0-A2EA-C439-7A8D-2F40087C0E51}"/>
          </ac:picMkLst>
        </pc:picChg>
      </pc:sldChg>
      <pc:sldChg chg="new del">
        <pc:chgData name="Kopó Alex" userId="S::kopo.alex@dozsakalocsa.hu::f25e6d4d-ede6-42ad-9f82-efb9ab274b31" providerId="AD" clId="Web-{E5B9DBEA-3170-365E-4ED5-38941C5891CC}" dt="2026-05-08T21:36:45.003" v="390"/>
        <pc:sldMkLst>
          <pc:docMk/>
          <pc:sldMk cId="2577867312" sldId="296"/>
        </pc:sldMkLst>
      </pc:sldChg>
      <pc:sldChg chg="new del">
        <pc:chgData name="Kopó Alex" userId="S::kopo.alex@dozsakalocsa.hu::f25e6d4d-ede6-42ad-9f82-efb9ab274b31" providerId="AD" clId="Web-{E5B9DBEA-3170-365E-4ED5-38941C5891CC}" dt="2026-05-08T21:36:44.987" v="389"/>
        <pc:sldMkLst>
          <pc:docMk/>
          <pc:sldMk cId="1210479474" sldId="297"/>
        </pc:sldMkLst>
      </pc:sldChg>
      <pc:sldChg chg="addSp delSp modSp add replId">
        <pc:chgData name="Kopó Alex" userId="S::kopo.alex@dozsakalocsa.hu::f25e6d4d-ede6-42ad-9f82-efb9ab274b31" providerId="AD" clId="Web-{E5B9DBEA-3170-365E-4ED5-38941C5891CC}" dt="2026-05-08T21:47:31.762" v="423" actId="1076"/>
        <pc:sldMkLst>
          <pc:docMk/>
          <pc:sldMk cId="1353009122" sldId="297"/>
        </pc:sldMkLst>
        <pc:picChg chg="del">
          <ac:chgData name="Kopó Alex" userId="S::kopo.alex@dozsakalocsa.hu::f25e6d4d-ede6-42ad-9f82-efb9ab274b31" providerId="AD" clId="Web-{E5B9DBEA-3170-365E-4ED5-38941C5891CC}" dt="2026-05-08T21:46:52.840" v="415"/>
          <ac:picMkLst>
            <pc:docMk/>
            <pc:sldMk cId="1353009122" sldId="297"/>
            <ac:picMk id="2" creationId="{3537AD53-0222-BEE7-A6DB-06A89A3F1E35}"/>
          </ac:picMkLst>
        </pc:picChg>
        <pc:picChg chg="add del mod modCrop">
          <ac:chgData name="Kopó Alex" userId="S::kopo.alex@dozsakalocsa.hu::f25e6d4d-ede6-42ad-9f82-efb9ab274b31" providerId="AD" clId="Web-{E5B9DBEA-3170-365E-4ED5-38941C5891CC}" dt="2026-05-08T21:46:56.527" v="419"/>
          <ac:picMkLst>
            <pc:docMk/>
            <pc:sldMk cId="1353009122" sldId="297"/>
            <ac:picMk id="3" creationId="{AF2CED5B-3B5F-3ADE-60AC-AEEBF017BAF6}"/>
          </ac:picMkLst>
        </pc:picChg>
        <pc:picChg chg="add mod">
          <ac:chgData name="Kopó Alex" userId="S::kopo.alex@dozsakalocsa.hu::f25e6d4d-ede6-42ad-9f82-efb9ab274b31" providerId="AD" clId="Web-{E5B9DBEA-3170-365E-4ED5-38941C5891CC}" dt="2026-05-08T21:47:31.762" v="423" actId="1076"/>
          <ac:picMkLst>
            <pc:docMk/>
            <pc:sldMk cId="1353009122" sldId="297"/>
            <ac:picMk id="4" creationId="{0A120585-B225-B864-8318-5BE3E985EE22}"/>
          </ac:picMkLst>
        </pc:picChg>
      </pc:sldChg>
      <pc:sldChg chg="addSp delSp modSp add replId">
        <pc:chgData name="Kopó Alex" userId="S::kopo.alex@dozsakalocsa.hu::f25e6d4d-ede6-42ad-9f82-efb9ab274b31" providerId="AD" clId="Web-{E5B9DBEA-3170-365E-4ED5-38941C5891CC}" dt="2026-05-08T21:48:44.278" v="433" actId="1076"/>
        <pc:sldMkLst>
          <pc:docMk/>
          <pc:sldMk cId="3007151962" sldId="298"/>
        </pc:sldMkLst>
        <pc:picChg chg="del">
          <ac:chgData name="Kopó Alex" userId="S::kopo.alex@dozsakalocsa.hu::f25e6d4d-ede6-42ad-9f82-efb9ab274b31" providerId="AD" clId="Web-{E5B9DBEA-3170-365E-4ED5-38941C5891CC}" dt="2026-05-08T21:48:08.715" v="424"/>
          <ac:picMkLst>
            <pc:docMk/>
            <pc:sldMk cId="3007151962" sldId="298"/>
            <ac:picMk id="2" creationId="{283BC379-2F93-8B4E-8242-06B8A18A4CC5}"/>
          </ac:picMkLst>
        </pc:picChg>
        <pc:picChg chg="add del mod modCrop">
          <ac:chgData name="Kopó Alex" userId="S::kopo.alex@dozsakalocsa.hu::f25e6d4d-ede6-42ad-9f82-efb9ab274b31" providerId="AD" clId="Web-{E5B9DBEA-3170-365E-4ED5-38941C5891CC}" dt="2026-05-08T21:48:12.606" v="428"/>
          <ac:picMkLst>
            <pc:docMk/>
            <pc:sldMk cId="3007151962" sldId="298"/>
            <ac:picMk id="3" creationId="{960B1588-7ACB-153C-AC7C-72025F1EA425}"/>
          </ac:picMkLst>
        </pc:picChg>
        <pc:picChg chg="add mod">
          <ac:chgData name="Kopó Alex" userId="S::kopo.alex@dozsakalocsa.hu::f25e6d4d-ede6-42ad-9f82-efb9ab274b31" providerId="AD" clId="Web-{E5B9DBEA-3170-365E-4ED5-38941C5891CC}" dt="2026-05-08T21:48:44.278" v="433" actId="1076"/>
          <ac:picMkLst>
            <pc:docMk/>
            <pc:sldMk cId="3007151962" sldId="298"/>
            <ac:picMk id="4" creationId="{A1578A7F-7195-B62F-9F17-011FF5BC2DBA}"/>
          </ac:picMkLst>
        </pc:picChg>
      </pc:sldChg>
      <pc:sldChg chg="addSp delSp modSp add replId">
        <pc:chgData name="Kopó Alex" userId="S::kopo.alex@dozsakalocsa.hu::f25e6d4d-ede6-42ad-9f82-efb9ab274b31" providerId="AD" clId="Web-{E5B9DBEA-3170-365E-4ED5-38941C5891CC}" dt="2026-05-08T21:49:24.138" v="439" actId="1076"/>
        <pc:sldMkLst>
          <pc:docMk/>
          <pc:sldMk cId="2834452800" sldId="299"/>
        </pc:sldMkLst>
        <pc:picChg chg="del">
          <ac:chgData name="Kopó Alex" userId="S::kopo.alex@dozsakalocsa.hu::f25e6d4d-ede6-42ad-9f82-efb9ab274b31" providerId="AD" clId="Web-{E5B9DBEA-3170-365E-4ED5-38941C5891CC}" dt="2026-05-08T21:48:46.762" v="434"/>
          <ac:picMkLst>
            <pc:docMk/>
            <pc:sldMk cId="2834452800" sldId="299"/>
            <ac:picMk id="2" creationId="{D26C8F1E-97CD-42F4-00A8-03F5C8DF8645}"/>
          </ac:picMkLst>
        </pc:picChg>
        <pc:picChg chg="add mod">
          <ac:chgData name="Kopó Alex" userId="S::kopo.alex@dozsakalocsa.hu::f25e6d4d-ede6-42ad-9f82-efb9ab274b31" providerId="AD" clId="Web-{E5B9DBEA-3170-365E-4ED5-38941C5891CC}" dt="2026-05-08T21:49:24.138" v="439" actId="1076"/>
          <ac:picMkLst>
            <pc:docMk/>
            <pc:sldMk cId="2834452800" sldId="299"/>
            <ac:picMk id="3" creationId="{BAF5D213-2349-90D8-7FBC-3D3DDF236724}"/>
          </ac:picMkLst>
        </pc:picChg>
      </pc:sldChg>
      <pc:sldChg chg="add del replId">
        <pc:chgData name="Kopó Alex" userId="S::kopo.alex@dozsakalocsa.hu::f25e6d4d-ede6-42ad-9f82-efb9ab274b31" providerId="AD" clId="Web-{E5B9DBEA-3170-365E-4ED5-38941C5891CC}" dt="2026-05-08T21:49:27.778" v="440"/>
        <pc:sldMkLst>
          <pc:docMk/>
          <pc:sldMk cId="793299605" sldId="30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E90F67-CC05-493C-9F48-1809731FF015}" type="doc">
      <dgm:prSet loTypeId="urn:microsoft.com/office/officeart/2005/8/layout/vList5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618A616-8D57-42CF-92A1-B5B6CC606BA5}">
      <dgm:prSet/>
      <dgm:spPr/>
      <dgm:t>
        <a:bodyPr/>
        <a:lstStyle/>
        <a:p>
          <a:pPr rtl="0"/>
          <a:r>
            <a:rPr lang="hu-HU">
              <a:latin typeface="Century Gothic" panose="020B0502020202020204"/>
            </a:rPr>
            <a:t>Operációs rendszerek</a:t>
          </a:r>
          <a:r>
            <a:rPr lang="hu-HU"/>
            <a:t>: </a:t>
          </a:r>
          <a:endParaRPr lang="hu-HU" sz="1800">
            <a:latin typeface="Century Gothic" panose="020B0502020202020204"/>
          </a:endParaRPr>
        </a:p>
      </dgm:t>
    </dgm:pt>
    <dgm:pt modelId="{CDD89A6D-EE14-4249-BAAD-F033F44C7EE5}" type="parTrans" cxnId="{D742EB48-FDC0-42FB-A95B-927137A0D75C}">
      <dgm:prSet/>
      <dgm:spPr/>
      <dgm:t>
        <a:bodyPr/>
        <a:lstStyle/>
        <a:p>
          <a:endParaRPr lang="en-US"/>
        </a:p>
      </dgm:t>
    </dgm:pt>
    <dgm:pt modelId="{D29795E8-A3AB-49AF-8A11-81FB97AE0C5E}" type="sibTrans" cxnId="{D742EB48-FDC0-42FB-A95B-927137A0D75C}">
      <dgm:prSet/>
      <dgm:spPr/>
      <dgm:t>
        <a:bodyPr/>
        <a:lstStyle/>
        <a:p>
          <a:endParaRPr lang="en-US"/>
        </a:p>
      </dgm:t>
    </dgm:pt>
    <dgm:pt modelId="{A216DCB6-06D8-4FC1-99A8-25775AFFFA19}">
      <dgm:prSet/>
      <dgm:spPr/>
      <dgm:t>
        <a:bodyPr/>
        <a:lstStyle/>
        <a:p>
          <a:pPr rtl="0"/>
          <a:r>
            <a:rPr lang="hu-HU">
              <a:latin typeface="Century Gothic" panose="020B0502020202020204"/>
            </a:rPr>
            <a:t>Fejlesztői környezetek</a:t>
          </a:r>
          <a:r>
            <a:rPr lang="hu-HU" sz="1800">
              <a:latin typeface="Century Gothic" panose="020B0502020202020204"/>
            </a:rPr>
            <a:t>:</a:t>
          </a:r>
          <a:br>
            <a:rPr lang="en-US" sz="2200"/>
          </a:br>
          <a:endParaRPr lang="en" sz="2200">
            <a:latin typeface="Consolas"/>
          </a:endParaRPr>
        </a:p>
      </dgm:t>
    </dgm:pt>
    <dgm:pt modelId="{64235C44-A52D-4BDA-8E8C-F428B0124462}" type="parTrans" cxnId="{1648EAB1-C328-499C-9A1B-2DE185A2A236}">
      <dgm:prSet/>
      <dgm:spPr/>
      <dgm:t>
        <a:bodyPr/>
        <a:lstStyle/>
        <a:p>
          <a:endParaRPr lang="en-US"/>
        </a:p>
      </dgm:t>
    </dgm:pt>
    <dgm:pt modelId="{A0E5E654-E39C-40C3-9BCB-9430E8A4292E}" type="sibTrans" cxnId="{1648EAB1-C328-499C-9A1B-2DE185A2A236}">
      <dgm:prSet/>
      <dgm:spPr/>
      <dgm:t>
        <a:bodyPr/>
        <a:lstStyle/>
        <a:p>
          <a:endParaRPr lang="en-US"/>
        </a:p>
      </dgm:t>
    </dgm:pt>
    <dgm:pt modelId="{76B8A296-9F80-4DE2-A46C-8FBB01A52666}">
      <dgm:prSet phldr="0"/>
      <dgm:spPr/>
      <dgm:t>
        <a:bodyPr/>
        <a:lstStyle/>
        <a:p>
          <a:pPr algn="l" rtl="0"/>
          <a:endParaRPr lang="en" sz="1700">
            <a:latin typeface="Consolas"/>
          </a:endParaRPr>
        </a:p>
      </dgm:t>
    </dgm:pt>
    <dgm:pt modelId="{D8107FB0-10D2-4848-AFC2-CA6F38A1B6DC}" type="parTrans" cxnId="{AAF73E82-2453-4B9B-832B-3F6085362F98}">
      <dgm:prSet/>
      <dgm:spPr/>
    </dgm:pt>
    <dgm:pt modelId="{A4393F0B-4E65-42DD-A6CD-624CC070D21F}" type="sibTrans" cxnId="{AAF73E82-2453-4B9B-832B-3F6085362F98}">
      <dgm:prSet/>
      <dgm:spPr/>
    </dgm:pt>
    <dgm:pt modelId="{60FD46E8-4977-4ACD-AF49-EEDF77422734}">
      <dgm:prSet phldr="0"/>
      <dgm:spPr/>
      <dgm:t>
        <a:bodyPr/>
        <a:lstStyle/>
        <a:p>
          <a:endParaRPr lang="hu-HU"/>
        </a:p>
      </dgm:t>
    </dgm:pt>
    <dgm:pt modelId="{28A1471A-3827-480A-8FE7-D01FA6BE6922}" type="parTrans" cxnId="{83B5E2F3-5ABD-4C29-87F4-93C331BACBE9}">
      <dgm:prSet/>
      <dgm:spPr/>
    </dgm:pt>
    <dgm:pt modelId="{3F6B3F77-7403-42D4-90D4-13E25EB1B369}" type="sibTrans" cxnId="{83B5E2F3-5ABD-4C29-87F4-93C331BACBE9}">
      <dgm:prSet/>
      <dgm:spPr/>
    </dgm:pt>
    <dgm:pt modelId="{7AE4AE4E-1C1F-476C-BB97-6933A280ACF3}" type="pres">
      <dgm:prSet presAssocID="{ABE90F67-CC05-493C-9F48-1809731FF015}" presName="Name0" presStyleCnt="0">
        <dgm:presLayoutVars>
          <dgm:dir/>
          <dgm:animLvl val="lvl"/>
          <dgm:resizeHandles val="exact"/>
        </dgm:presLayoutVars>
      </dgm:prSet>
      <dgm:spPr/>
    </dgm:pt>
    <dgm:pt modelId="{7896CA36-7754-42FC-8BBC-4D33ADE8B3D7}" type="pres">
      <dgm:prSet presAssocID="{C618A616-8D57-42CF-92A1-B5B6CC606BA5}" presName="linNode" presStyleCnt="0"/>
      <dgm:spPr/>
    </dgm:pt>
    <dgm:pt modelId="{F63FDBAD-986A-49A9-B755-2A6E21C16CCA}" type="pres">
      <dgm:prSet presAssocID="{C618A616-8D57-42CF-92A1-B5B6CC606BA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D3CBFF0-2C15-4CA5-9BA0-4687AE3D29F0}" type="pres">
      <dgm:prSet presAssocID="{C618A616-8D57-42CF-92A1-B5B6CC606BA5}" presName="descendantText" presStyleLbl="alignAccFollowNode1" presStyleIdx="0" presStyleCnt="2">
        <dgm:presLayoutVars>
          <dgm:bulletEnabled val="1"/>
        </dgm:presLayoutVars>
      </dgm:prSet>
      <dgm:spPr/>
    </dgm:pt>
    <dgm:pt modelId="{19A60D55-8A1A-43C1-A2CE-AFFED81717F6}" type="pres">
      <dgm:prSet presAssocID="{D29795E8-A3AB-49AF-8A11-81FB97AE0C5E}" presName="sp" presStyleCnt="0"/>
      <dgm:spPr/>
    </dgm:pt>
    <dgm:pt modelId="{B34ACE1B-7F3E-417E-AA91-E2EC99BF4791}" type="pres">
      <dgm:prSet presAssocID="{A216DCB6-06D8-4FC1-99A8-25775AFFFA19}" presName="linNode" presStyleCnt="0"/>
      <dgm:spPr/>
    </dgm:pt>
    <dgm:pt modelId="{39C7A4E8-9374-407A-A1DB-FAE6D95C7021}" type="pres">
      <dgm:prSet presAssocID="{A216DCB6-06D8-4FC1-99A8-25775AFFFA1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56ADBC6-97EC-4D2A-BA50-18AA3E4A438C}" type="pres">
      <dgm:prSet presAssocID="{A216DCB6-06D8-4FC1-99A8-25775AFFFA1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23A9E5C-CDFC-4542-B3D8-7DF96CA50069}" type="presOf" srcId="{A216DCB6-06D8-4FC1-99A8-25775AFFFA19}" destId="{39C7A4E8-9374-407A-A1DB-FAE6D95C7021}" srcOrd="0" destOrd="0" presId="urn:microsoft.com/office/officeart/2005/8/layout/vList5"/>
    <dgm:cxn modelId="{CAC6B945-4830-4292-918A-5530186ECC02}" type="presOf" srcId="{C618A616-8D57-42CF-92A1-B5B6CC606BA5}" destId="{F63FDBAD-986A-49A9-B755-2A6E21C16CCA}" srcOrd="0" destOrd="0" presId="urn:microsoft.com/office/officeart/2005/8/layout/vList5"/>
    <dgm:cxn modelId="{D742EB48-FDC0-42FB-A95B-927137A0D75C}" srcId="{ABE90F67-CC05-493C-9F48-1809731FF015}" destId="{C618A616-8D57-42CF-92A1-B5B6CC606BA5}" srcOrd="0" destOrd="0" parTransId="{CDD89A6D-EE14-4249-BAAD-F033F44C7EE5}" sibTransId="{D29795E8-A3AB-49AF-8A11-81FB97AE0C5E}"/>
    <dgm:cxn modelId="{E7E67E49-72F5-4C65-99BA-D4BFA4B287C9}" type="presOf" srcId="{76B8A296-9F80-4DE2-A46C-8FBB01A52666}" destId="{9D3CBFF0-2C15-4CA5-9BA0-4687AE3D29F0}" srcOrd="0" destOrd="0" presId="urn:microsoft.com/office/officeart/2005/8/layout/vList5"/>
    <dgm:cxn modelId="{AAF73E82-2453-4B9B-832B-3F6085362F98}" srcId="{C618A616-8D57-42CF-92A1-B5B6CC606BA5}" destId="{76B8A296-9F80-4DE2-A46C-8FBB01A52666}" srcOrd="0" destOrd="0" parTransId="{D8107FB0-10D2-4848-AFC2-CA6F38A1B6DC}" sibTransId="{A4393F0B-4E65-42DD-A6CD-624CC070D21F}"/>
    <dgm:cxn modelId="{1648EAB1-C328-499C-9A1B-2DE185A2A236}" srcId="{ABE90F67-CC05-493C-9F48-1809731FF015}" destId="{A216DCB6-06D8-4FC1-99A8-25775AFFFA19}" srcOrd="1" destOrd="0" parTransId="{64235C44-A52D-4BDA-8E8C-F428B0124462}" sibTransId="{A0E5E654-E39C-40C3-9BCB-9430E8A4292E}"/>
    <dgm:cxn modelId="{139CB6DF-082C-410E-BE91-AC331D487EE3}" type="presOf" srcId="{60FD46E8-4977-4ACD-AF49-EEDF77422734}" destId="{456ADBC6-97EC-4D2A-BA50-18AA3E4A438C}" srcOrd="0" destOrd="0" presId="urn:microsoft.com/office/officeart/2005/8/layout/vList5"/>
    <dgm:cxn modelId="{3FB6A5E8-4A2D-46D3-9F64-B11551FB1DAE}" type="presOf" srcId="{ABE90F67-CC05-493C-9F48-1809731FF015}" destId="{7AE4AE4E-1C1F-476C-BB97-6933A280ACF3}" srcOrd="0" destOrd="0" presId="urn:microsoft.com/office/officeart/2005/8/layout/vList5"/>
    <dgm:cxn modelId="{83B5E2F3-5ABD-4C29-87F4-93C331BACBE9}" srcId="{A216DCB6-06D8-4FC1-99A8-25775AFFFA19}" destId="{60FD46E8-4977-4ACD-AF49-EEDF77422734}" srcOrd="0" destOrd="0" parTransId="{28A1471A-3827-480A-8FE7-D01FA6BE6922}" sibTransId="{3F6B3F77-7403-42D4-90D4-13E25EB1B369}"/>
    <dgm:cxn modelId="{C72F82D8-10EA-43F9-B298-02BDFA6F9295}" type="presParOf" srcId="{7AE4AE4E-1C1F-476C-BB97-6933A280ACF3}" destId="{7896CA36-7754-42FC-8BBC-4D33ADE8B3D7}" srcOrd="0" destOrd="0" presId="urn:microsoft.com/office/officeart/2005/8/layout/vList5"/>
    <dgm:cxn modelId="{15D496B3-FC2D-43A8-9346-121B7F5360B2}" type="presParOf" srcId="{7896CA36-7754-42FC-8BBC-4D33ADE8B3D7}" destId="{F63FDBAD-986A-49A9-B755-2A6E21C16CCA}" srcOrd="0" destOrd="0" presId="urn:microsoft.com/office/officeart/2005/8/layout/vList5"/>
    <dgm:cxn modelId="{4743FFA9-A686-4AD8-BA40-4ADBE9F46A14}" type="presParOf" srcId="{7896CA36-7754-42FC-8BBC-4D33ADE8B3D7}" destId="{9D3CBFF0-2C15-4CA5-9BA0-4687AE3D29F0}" srcOrd="1" destOrd="0" presId="urn:microsoft.com/office/officeart/2005/8/layout/vList5"/>
    <dgm:cxn modelId="{4EDF9494-2CF8-4EBD-9AFC-0547FC01B49A}" type="presParOf" srcId="{7AE4AE4E-1C1F-476C-BB97-6933A280ACF3}" destId="{19A60D55-8A1A-43C1-A2CE-AFFED81717F6}" srcOrd="1" destOrd="0" presId="urn:microsoft.com/office/officeart/2005/8/layout/vList5"/>
    <dgm:cxn modelId="{F1224091-BC40-4706-BD8D-A0BD56A69FD3}" type="presParOf" srcId="{7AE4AE4E-1C1F-476C-BB97-6933A280ACF3}" destId="{B34ACE1B-7F3E-417E-AA91-E2EC99BF4791}" srcOrd="2" destOrd="0" presId="urn:microsoft.com/office/officeart/2005/8/layout/vList5"/>
    <dgm:cxn modelId="{81999F66-3AB1-4FC9-9F8E-B50373F14550}" type="presParOf" srcId="{B34ACE1B-7F3E-417E-AA91-E2EC99BF4791}" destId="{39C7A4E8-9374-407A-A1DB-FAE6D95C7021}" srcOrd="0" destOrd="0" presId="urn:microsoft.com/office/officeart/2005/8/layout/vList5"/>
    <dgm:cxn modelId="{554D1E15-59E1-4F82-962C-0283B40A6866}" type="presParOf" srcId="{B34ACE1B-7F3E-417E-AA91-E2EC99BF4791}" destId="{456ADBC6-97EC-4D2A-BA50-18AA3E4A43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CBFF0-2C15-4CA5-9BA0-4687AE3D29F0}">
      <dsp:nvSpPr>
        <dsp:cNvPr id="0" name=""/>
        <dsp:cNvSpPr/>
      </dsp:nvSpPr>
      <dsp:spPr>
        <a:xfrm rot="5400000">
          <a:off x="3151522" y="-824349"/>
          <a:ext cx="1690165" cy="3761511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2889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" sz="6500" kern="1200">
            <a:latin typeface="Consolas"/>
          </a:endParaRPr>
        </a:p>
      </dsp:txBody>
      <dsp:txXfrm rot="-5400000">
        <a:off x="2115850" y="293830"/>
        <a:ext cx="3679004" cy="1525151"/>
      </dsp:txXfrm>
    </dsp:sp>
    <dsp:sp modelId="{F63FDBAD-986A-49A9-B755-2A6E21C16CCA}">
      <dsp:nvSpPr>
        <dsp:cNvPr id="0" name=""/>
        <dsp:cNvSpPr/>
      </dsp:nvSpPr>
      <dsp:spPr>
        <a:xfrm>
          <a:off x="0" y="52"/>
          <a:ext cx="2115849" cy="211270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>
              <a:latin typeface="Century Gothic" panose="020B0502020202020204"/>
            </a:rPr>
            <a:t>Operációs rendszerek</a:t>
          </a:r>
          <a:r>
            <a:rPr lang="hu-HU" sz="2200" kern="1200"/>
            <a:t>: </a:t>
          </a:r>
          <a:endParaRPr lang="hu-HU" sz="2200" kern="1200">
            <a:latin typeface="Century Gothic" panose="020B0502020202020204"/>
          </a:endParaRPr>
        </a:p>
      </dsp:txBody>
      <dsp:txXfrm>
        <a:off x="103134" y="103186"/>
        <a:ext cx="1909581" cy="1906438"/>
      </dsp:txXfrm>
    </dsp:sp>
    <dsp:sp modelId="{456ADBC6-97EC-4D2A-BA50-18AA3E4A438C}">
      <dsp:nvSpPr>
        <dsp:cNvPr id="0" name=""/>
        <dsp:cNvSpPr/>
      </dsp:nvSpPr>
      <dsp:spPr>
        <a:xfrm rot="5400000">
          <a:off x="3151522" y="1393992"/>
          <a:ext cx="1690165" cy="3761511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hu-HU" sz="6500" kern="1200"/>
        </a:p>
      </dsp:txBody>
      <dsp:txXfrm rot="-5400000">
        <a:off x="2115850" y="2512172"/>
        <a:ext cx="3679004" cy="1525151"/>
      </dsp:txXfrm>
    </dsp:sp>
    <dsp:sp modelId="{39C7A4E8-9374-407A-A1DB-FAE6D95C7021}">
      <dsp:nvSpPr>
        <dsp:cNvPr id="0" name=""/>
        <dsp:cNvSpPr/>
      </dsp:nvSpPr>
      <dsp:spPr>
        <a:xfrm>
          <a:off x="0" y="2218394"/>
          <a:ext cx="2115849" cy="211270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>
              <a:latin typeface="Century Gothic" panose="020B0502020202020204"/>
            </a:rPr>
            <a:t>Fejlesztői környezetek:</a:t>
          </a:r>
          <a:br>
            <a:rPr lang="en-US" sz="2200" kern="1200"/>
          </a:br>
          <a:endParaRPr lang="en" sz="2200" kern="1200">
            <a:latin typeface="Consolas"/>
          </a:endParaRPr>
        </a:p>
      </dsp:txBody>
      <dsp:txXfrm>
        <a:off x="103134" y="2321528"/>
        <a:ext cx="1909581" cy="1906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310A-BBA0-437E-A30F-F300BFC2BAF6}" type="datetimeFigureOut">
              <a:t>2026. 05. 08.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9DA54-F274-4EEE-A366-29AEAB81AA07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586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DA54-F274-4EEE-A366-29AEAB81AA07}" type="slidenum"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380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7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0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28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7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5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9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2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0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1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65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03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31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61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25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55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8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44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4.xml"/><Relationship Id="rId7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hyperlink" Target="https://commons.wikimedia.org/wiki/File:Flag_icon_red_4.sv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hyperlink" Target="http://moztw.org/" TargetMode="External"/><Relationship Id="rId7" Type="http://schemas.openxmlformats.org/officeDocument/2006/relationships/hyperlink" Target="https://ja.wikipedia.org/wiki/Microsoft_Edge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jpeg"/><Relationship Id="rId5" Type="http://schemas.openxmlformats.org/officeDocument/2006/relationships/hyperlink" Target="http://www.dret.net/lectures/web-spring11/browsers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s://ugeek.github.io/blog/post/2021-06-23-brave-tiene-un-nuevo-buscador.html" TargetMode="External"/><Relationship Id="rId1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miandeluca.com.ar/como-crear-funciones-con-javascript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5" Type="http://schemas.openxmlformats.org/officeDocument/2006/relationships/slide" Target="slide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5" Type="http://schemas.openxmlformats.org/officeDocument/2006/relationships/slide" Target="slide2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3C7D3-8593-1701-2742-1239FB62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18A33E4C-49B9-93E0-58DC-AA999B3EC649}"/>
              </a:ext>
            </a:extLst>
          </p:cNvPr>
          <p:cNvSpPr/>
          <p:nvPr/>
        </p:nvSpPr>
        <p:spPr>
          <a:xfrm>
            <a:off x="2579943" y="2771988"/>
            <a:ext cx="7358127" cy="293524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191F800-ED45-A361-9773-DC9C6CE93595}"/>
              </a:ext>
            </a:extLst>
          </p:cNvPr>
          <p:cNvSpPr txBox="1"/>
          <p:nvPr/>
        </p:nvSpPr>
        <p:spPr>
          <a:xfrm>
            <a:off x="4607150" y="3010625"/>
            <a:ext cx="330797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4800"/>
              <a:t>BérPartner</a:t>
            </a:r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689BCE6-6C15-163A-1477-7D82FC63EDDF}"/>
              </a:ext>
            </a:extLst>
          </p:cNvPr>
          <p:cNvSpPr txBox="1"/>
          <p:nvPr/>
        </p:nvSpPr>
        <p:spPr>
          <a:xfrm>
            <a:off x="5297264" y="4245230"/>
            <a:ext cx="19274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/>
              <a:t>2025 / 2026</a:t>
            </a:r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A5E36E9-94AC-6E6D-6C2D-43303566EF71}"/>
              </a:ext>
            </a:extLst>
          </p:cNvPr>
          <p:cNvSpPr txBox="1"/>
          <p:nvPr/>
        </p:nvSpPr>
        <p:spPr>
          <a:xfrm>
            <a:off x="4250703" y="4993196"/>
            <a:ext cx="419472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/>
              <a:t>Kopó Alex &amp; Maros Máté</a:t>
            </a:r>
            <a:endParaRPr lang="hu-HU"/>
          </a:p>
        </p:txBody>
      </p:sp>
      <p:pic>
        <p:nvPicPr>
          <p:cNvPr id="14" name="Kép 13" descr="logo_2.png">
            <a:extLst>
              <a:ext uri="{FF2B5EF4-FFF2-40B4-BE49-F238E27FC236}">
                <a16:creationId xmlns:a16="http://schemas.microsoft.com/office/drawing/2014/main" id="{4BC5679C-3F13-838B-6A67-0AC089065E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tretch>
            <a:fillRect/>
          </a:stretch>
        </p:blipFill>
        <p:spPr>
          <a:xfrm>
            <a:off x="4948518" y="954460"/>
            <a:ext cx="27432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5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3FCB7E-0BCE-EC81-ADB7-73432826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u="sng">
                <a:solidFill>
                  <a:schemeClr val="tx1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AB4F51-2276-4E81-2219-2538AC6A6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691351" cy="3124201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PROGRAM CÉLJa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3" action="ppaction://hlinksldjump"/>
              </a:rPr>
              <a:t>A program felépítése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HARDWARE / SOFTWARE KÖVETELMÉNYEk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Felhasznált eszközök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5" action="ppaction://hlinksldjump"/>
              </a:rPr>
              <a:t>Nyelvek és keretrendszerek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hlinkClick r:id="rId5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6" action="ppaction://hlinksldjump"/>
              </a:rPr>
              <a:t>Adatbázis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7" action="ppaction://hlinksldjump"/>
              </a:rPr>
              <a:t>Munka megosztása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Weboldal felépítése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hlinkClick r:id="rId5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r>
              <a:rPr lang="hu-HU" sz="1800" cap="all">
                <a:solidFill>
                  <a:srgbClr val="FC8F0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Applikáció</a:t>
            </a:r>
            <a:endParaRPr lang="hu-HU" sz="1800" cap="all">
              <a:solidFill>
                <a:srgbClr val="FC8F0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hlinkClick r:id="rId5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endParaRPr lang="hu-HU" sz="1800" cap="all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/>
              <a:buChar char="Ø"/>
            </a:pPr>
            <a:endParaRPr lang="hu-HU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Kép 4" descr="A képen szöveg, könyv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CEB0C0A5-893B-23CE-585E-FE1A5C93CE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3091" y="2516909"/>
            <a:ext cx="3186546" cy="312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4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artalom helye 2">
            <a:extLst>
              <a:ext uri="{FF2B5EF4-FFF2-40B4-BE49-F238E27FC236}">
                <a16:creationId xmlns:a16="http://schemas.microsoft.com/office/drawing/2014/main" id="{9D04722A-0C09-55FD-0CD7-224639C97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9650827" cy="3767328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Century Gothic"/>
                <a:ea typeface="+mn-lt"/>
                <a:cs typeface="+mn-lt"/>
              </a:rPr>
              <a:t>A projekt célja hogy egy olyan weboldal jöhessen létre, ami egy olyan helyet ad az embereknek ahova feltölthetik nem használt eszközeiket/termékeiket és mások ezeket kibérelhetik.</a:t>
            </a:r>
          </a:p>
          <a:p>
            <a:pPr marL="0" indent="0">
              <a:buNone/>
            </a:pPr>
            <a:endParaRPr lang="hu-HU" sz="2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entury Gothic"/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sz="2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/>
                <a:ea typeface="+mn-lt"/>
                <a:cs typeface="+mn-lt"/>
              </a:rPr>
              <a:t>Ez az egyik félnek plusz bevétel lenne, a másiknak olcsó lehetőség.</a:t>
            </a:r>
          </a:p>
        </p:txBody>
      </p:sp>
      <p:pic>
        <p:nvPicPr>
          <p:cNvPr id="3" name="Kép 2" descr="A képen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7F04672F-19E9-D1A7-188E-F0EBF4EFD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180490" y="2581546"/>
            <a:ext cx="1396478" cy="2212674"/>
          </a:xfrm>
          <a:prstGeom prst="rect">
            <a:avLst/>
          </a:prstGeom>
        </p:spPr>
      </p:pic>
      <p:sp>
        <p:nvSpPr>
          <p:cNvPr id="9" name="Akciógomb: Tovább vagy Következő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0276500-38E8-46C3-852D-145FD40DA279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9E33656-6240-4DA4-A807-3B79AAB64B6D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85AE8DD2-7573-4774-8FEA-C90405237C84}"/>
              </a:ext>
            </a:extLst>
          </p:cNvPr>
          <p:cNvSpPr/>
          <p:nvPr/>
        </p:nvSpPr>
        <p:spPr>
          <a:xfrm>
            <a:off x="15037" y="14072"/>
            <a:ext cx="12168000" cy="609599"/>
          </a:xfrm>
          <a:prstGeom prst="roundRect">
            <a:avLst/>
          </a:prstGeom>
          <a:gradFill flip="none" rotWithShape="1">
            <a:gsLst>
              <a:gs pos="0">
                <a:srgbClr val="D77E07">
                  <a:shade val="30000"/>
                  <a:satMod val="115000"/>
                </a:srgbClr>
              </a:gs>
              <a:gs pos="50000">
                <a:srgbClr val="D77E07">
                  <a:shade val="67500"/>
                  <a:satMod val="115000"/>
                </a:srgbClr>
              </a:gs>
              <a:gs pos="100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Akciógomb: Kezdő dia 1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5EDC19C-C8AA-4E28-B215-F14795618000}"/>
              </a:ext>
            </a:extLst>
          </p:cNvPr>
          <p:cNvSpPr/>
          <p:nvPr/>
        </p:nvSpPr>
        <p:spPr>
          <a:xfrm>
            <a:off x="11697988" y="107723"/>
            <a:ext cx="422294" cy="422294"/>
          </a:xfrm>
          <a:prstGeom prst="actionButtonHome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7356AEC8-E79D-42B2-8D5A-C88782465DDF}"/>
              </a:ext>
            </a:extLst>
          </p:cNvPr>
          <p:cNvSpPr txBox="1">
            <a:spLocks/>
          </p:cNvSpPr>
          <p:nvPr/>
        </p:nvSpPr>
        <p:spPr>
          <a:xfrm>
            <a:off x="71717" y="22788"/>
            <a:ext cx="10024783" cy="600884"/>
          </a:xfrm>
          <a:prstGeom prst="rect">
            <a:avLst/>
          </a:prstGeom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9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 program célja</a:t>
            </a:r>
            <a:endParaRPr lang="hu-HU" sz="290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7679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9C2D30-2FA8-B9CA-5AE4-E1DD6AF6F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76" y="2561166"/>
            <a:ext cx="5607538" cy="3114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400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orbel"/>
                <a:ea typeface="Calibri"/>
                <a:cs typeface="Calibri"/>
              </a:rPr>
              <a:t>Hardware követelmények</a:t>
            </a:r>
            <a:endParaRPr lang="hu-HU" sz="2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150000"/>
              </a:lnSpc>
              <a:buClr>
                <a:srgbClr val="FFFFFF"/>
              </a:buClr>
            </a:pPr>
            <a:r>
              <a:rPr lang="hu-HU" sz="20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Calibri"/>
                <a:ea typeface="Calibri"/>
                <a:cs typeface="Calibri"/>
              </a:rPr>
              <a:t>Min. 4GB RAM</a:t>
            </a:r>
            <a:endParaRPr lang="hu-HU" sz="20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lr>
                <a:srgbClr val="FFFFFF"/>
              </a:buClr>
            </a:pPr>
            <a:r>
              <a:rPr lang="hu-HU" sz="20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Calibri"/>
                <a:ea typeface="Calibri"/>
                <a:cs typeface="Calibri"/>
              </a:rPr>
              <a:t>Min. 1GB tárhely</a:t>
            </a:r>
            <a:endParaRPr lang="hu-HU" sz="20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lr>
                <a:srgbClr val="FFFFFF"/>
              </a:buClr>
            </a:pPr>
            <a:r>
              <a:rPr lang="hu-HU" sz="2000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rPr>
              <a:t>Intel Core I3 / AMD Ryzen 3 vagy jobb</a:t>
            </a:r>
          </a:p>
          <a:p>
            <a:pPr lvl="1">
              <a:buClr>
                <a:srgbClr val="FFFFFF"/>
              </a:buClr>
            </a:pPr>
            <a:endParaRPr lang="hu-HU">
              <a:solidFill>
                <a:srgbClr val="FFFFFF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lvl="1">
              <a:buClr>
                <a:srgbClr val="FFFFFF"/>
              </a:buClr>
            </a:pPr>
            <a:endParaRPr lang="hu-HU">
              <a:solidFill>
                <a:srgbClr val="FFFFFF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lvl="1">
              <a:buClr>
                <a:srgbClr val="FFFFFF"/>
              </a:buClr>
            </a:pPr>
            <a:endParaRPr lang="hu-HU">
              <a:solidFill>
                <a:srgbClr val="FFFFFF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lvl="1">
              <a:buClr>
                <a:srgbClr val="FFFFFF"/>
              </a:buClr>
            </a:pPr>
            <a:endParaRPr lang="hu-HU">
              <a:solidFill>
                <a:srgbClr val="FFFFFF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endParaRPr lang="hu-HU">
              <a:solidFill>
                <a:srgbClr val="FFFFFF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orbel"/>
              <a:ea typeface="Calibri"/>
              <a:cs typeface="Calibri"/>
            </a:endParaRPr>
          </a:p>
        </p:txBody>
      </p: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65DACE5D-C7C3-7114-4314-54A25C0EDA4D}"/>
              </a:ext>
            </a:extLst>
          </p:cNvPr>
          <p:cNvGrpSpPr/>
          <p:nvPr/>
        </p:nvGrpSpPr>
        <p:grpSpPr>
          <a:xfrm>
            <a:off x="6911121" y="2557258"/>
            <a:ext cx="5285153" cy="3409951"/>
            <a:chOff x="6911121" y="2557258"/>
            <a:chExt cx="5285153" cy="3409951"/>
          </a:xfrm>
        </p:grpSpPr>
        <p:sp>
          <p:nvSpPr>
            <p:cNvPr id="5" name="Tartalom helye 2">
              <a:extLst>
                <a:ext uri="{FF2B5EF4-FFF2-40B4-BE49-F238E27FC236}">
                  <a16:creationId xmlns:a16="http://schemas.microsoft.com/office/drawing/2014/main" id="{B37B9273-F02E-AEE7-FB54-4CFB89DA9DAA}"/>
                </a:ext>
              </a:extLst>
            </p:cNvPr>
            <p:cNvSpPr txBox="1">
              <a:spLocks/>
            </p:cNvSpPr>
            <p:nvPr/>
          </p:nvSpPr>
          <p:spPr>
            <a:xfrm>
              <a:off x="6911121" y="2557258"/>
              <a:ext cx="5285153" cy="340995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70000" lnSpcReduction="20000"/>
            </a:bodyPr>
            <a:lstStyle>
              <a:lvl1pPr marL="285750" indent="-28575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20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8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1200150" indent="-28575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6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543050" indent="-17145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4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2000250" indent="-17145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4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2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2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2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/>
                <a:buChar char="•"/>
                <a:defRPr sz="1200" kern="1200" cap="small">
                  <a:gradFill flip="none" rotWithShape="1">
                    <a:gsLst>
                      <a:gs pos="0">
                        <a:schemeClr val="tx1"/>
                      </a:gs>
                      <a:gs pos="100000">
                        <a:schemeClr val="tx1">
                          <a:lumMod val="75000"/>
                        </a:schemeClr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schemeClr val="bg1">
                        <a:lumMod val="50000"/>
                        <a:lumOff val="50000"/>
                        <a:alpha val="20000"/>
                      </a:scheme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hu-HU" sz="3100">
                  <a:solidFill>
                    <a:srgbClr val="FFFFFF"/>
                  </a:soli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orbel"/>
                  <a:ea typeface="Calibri"/>
                  <a:cs typeface="Calibri"/>
                </a:rPr>
                <a:t>Software követelmények</a:t>
              </a:r>
              <a:endParaRPr lang="hu-HU" sz="31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orbel"/>
                <a:ea typeface="Calibri"/>
                <a:cs typeface="Calibri"/>
              </a:endParaRPr>
            </a:p>
            <a:p>
              <a:pPr lvl="1">
                <a:buClr>
                  <a:srgbClr val="FFFFFF"/>
                </a:buClr>
              </a:pPr>
              <a:r>
                <a:rPr lang="hu-HU" sz="2600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latin typeface="Calibri"/>
                  <a:ea typeface="Calibri"/>
                  <a:cs typeface="Calibri"/>
                </a:rPr>
                <a:t>WIN 10/11</a:t>
              </a:r>
              <a:endParaRPr lang="hu-HU" sz="2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pPr lvl="1">
                <a:buClr>
                  <a:srgbClr val="FFFFFF"/>
                </a:buClr>
              </a:pPr>
              <a:r>
                <a:rPr lang="hu-HU" sz="2600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alibri"/>
                  <a:ea typeface="Calibri"/>
                  <a:cs typeface="Calibri"/>
                </a:rPr>
                <a:t>Támogatott böngészők:</a:t>
              </a:r>
            </a:p>
            <a:p>
              <a:pPr lvl="2">
                <a:lnSpc>
                  <a:spcPct val="120000"/>
                </a:lnSpc>
                <a:buClr>
                  <a:srgbClr val="FFFFFF"/>
                </a:buClr>
                <a:buFont typeface="Wingdings"/>
                <a:buChar char="Ø"/>
              </a:pPr>
              <a:r>
                <a:rPr lang="hu-HU" sz="2300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alibri"/>
                  <a:ea typeface="Calibri"/>
                  <a:cs typeface="Calibri"/>
                </a:rPr>
                <a:t>Chrome</a:t>
              </a:r>
            </a:p>
            <a:p>
              <a:pPr lvl="2">
                <a:lnSpc>
                  <a:spcPct val="120000"/>
                </a:lnSpc>
                <a:buClr>
                  <a:srgbClr val="FFFFFF"/>
                </a:buClr>
                <a:buFont typeface="Wingdings"/>
                <a:buChar char="Ø"/>
              </a:pPr>
              <a:r>
                <a:rPr lang="hu-HU" sz="2300" err="1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alibri"/>
                  <a:ea typeface="Calibri"/>
                  <a:cs typeface="Calibri"/>
                </a:rPr>
                <a:t>FireFox</a:t>
              </a:r>
              <a:endParaRPr lang="hu-HU" sz="23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pPr lvl="2">
                <a:lnSpc>
                  <a:spcPct val="120000"/>
                </a:lnSpc>
                <a:buClr>
                  <a:srgbClr val="FFFFFF"/>
                </a:buClr>
                <a:buFont typeface="Wingdings"/>
                <a:buChar char="Ø"/>
              </a:pPr>
              <a:r>
                <a:rPr lang="hu-HU" sz="2300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alibri"/>
                  <a:ea typeface="Calibri"/>
                  <a:cs typeface="Calibri"/>
                </a:rPr>
                <a:t>Edge</a:t>
              </a:r>
            </a:p>
            <a:p>
              <a:pPr lvl="2">
                <a:lnSpc>
                  <a:spcPct val="120000"/>
                </a:lnSpc>
                <a:buClr>
                  <a:srgbClr val="FFFFFF"/>
                </a:buClr>
                <a:buFont typeface="Wingdings"/>
                <a:buChar char="Ø"/>
              </a:pPr>
              <a:r>
                <a:rPr lang="hu-HU" sz="2300" err="1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alibri"/>
                  <a:ea typeface="Calibri"/>
                  <a:cs typeface="Calibri"/>
                </a:rPr>
                <a:t>Brave</a:t>
              </a:r>
              <a:endParaRPr lang="hu-HU" sz="23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pPr lvl="2">
                <a:lnSpc>
                  <a:spcPct val="120000"/>
                </a:lnSpc>
                <a:buClr>
                  <a:srgbClr val="FFFFFF"/>
                </a:buClr>
                <a:buFont typeface="Wingdings"/>
                <a:buChar char="Ø"/>
              </a:pPr>
              <a:r>
                <a:rPr lang="hu-HU" sz="2300">
                  <a:gradFill flip="none"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580000" scaled="0"/>
                    <a:tileRect/>
                  </a:gradFill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  <a:latin typeface="Calibri"/>
                  <a:ea typeface="Calibri"/>
                  <a:cs typeface="Calibri"/>
                </a:rPr>
                <a:t>Opera</a:t>
              </a:r>
              <a:br>
                <a:rPr lang="hu-HU" sz="1700">
                  <a:effectLst>
                    <a:glow rad="38100">
                      <a:prstClr val="black">
                        <a:lumMod val="50000"/>
                        <a:lumOff val="50000"/>
                        <a:alpha val="20000"/>
                      </a:prstClr>
                    </a:glow>
                    <a:outerShdw blurRad="44450" dist="12700" dir="13860000" algn="tl" rotWithShape="0">
                      <a:srgbClr val="000000">
                        <a:alpha val="20000"/>
                      </a:srgbClr>
                    </a:outerShdw>
                  </a:effectLst>
                </a:rPr>
              </a:br>
              <a:endParaRPr lang="hu-HU" sz="23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endParaRPr>
            </a:p>
            <a:p>
              <a:pPr lvl="1">
                <a:buClr>
                  <a:srgbClr val="FFFFFF"/>
                </a:buClr>
              </a:pPr>
              <a:endParaRPr lang="hu-HU" sz="2000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ea typeface="Calibri"/>
                <a:cs typeface="Calibri"/>
              </a:endParaRPr>
            </a:p>
            <a:p>
              <a:pPr lvl="1">
                <a:buClr>
                  <a:srgbClr val="FFFFFF"/>
                </a:buClr>
              </a:pPr>
              <a:endParaRPr lang="hu-HU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pPr lvl="1">
                <a:buClr>
                  <a:srgbClr val="FFFFFF"/>
                </a:buClr>
              </a:pPr>
              <a:endParaRPr lang="hu-HU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pPr lvl="1">
                <a:buClr>
                  <a:srgbClr val="FFFFFF"/>
                </a:buClr>
              </a:pPr>
              <a:endParaRPr lang="hu-HU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pPr lvl="1">
                <a:buClr>
                  <a:srgbClr val="FFFFFF"/>
                </a:buClr>
              </a:pPr>
              <a:endParaRPr lang="hu-HU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alibri"/>
                <a:ea typeface="Calibri"/>
                <a:cs typeface="Calibri"/>
              </a:endParaRPr>
            </a:p>
            <a:p>
              <a:endParaRPr lang="hu-HU">
                <a:solidFill>
                  <a:srgbClr val="FFFFFF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orbel"/>
                <a:ea typeface="Calibri"/>
                <a:cs typeface="Calibri"/>
              </a:endParaRPr>
            </a:p>
          </p:txBody>
        </p:sp>
        <p:pic>
          <p:nvPicPr>
            <p:cNvPr id="9" name="Kép 8" descr="A képen Grafika, clipart, kreativitás, rajzfilm látható&#10;&#10;Lehet, hogy az AI által létrehozott tartalom helytelen.">
              <a:extLst>
                <a:ext uri="{FF2B5EF4-FFF2-40B4-BE49-F238E27FC236}">
                  <a16:creationId xmlns:a16="http://schemas.microsoft.com/office/drawing/2014/main" id="{E862ED27-912C-2600-89C4-02889FFA7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9019767" y="4024759"/>
              <a:ext cx="298939" cy="295032"/>
            </a:xfrm>
            <a:prstGeom prst="rect">
              <a:avLst/>
            </a:prstGeom>
          </p:spPr>
        </p:pic>
        <p:pic>
          <p:nvPicPr>
            <p:cNvPr id="12" name="Kép 11" descr="A képen kör, Színesség, gömb látható&#10;&#10;Lehet, hogy az AI által létrehozott tartalom helytelen.">
              <a:extLst>
                <a:ext uri="{FF2B5EF4-FFF2-40B4-BE49-F238E27FC236}">
                  <a16:creationId xmlns:a16="http://schemas.microsoft.com/office/drawing/2014/main" id="{2B24C81F-77E9-47E1-6EFC-F0B82ED33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9009184" y="3661344"/>
              <a:ext cx="308708" cy="308708"/>
            </a:xfrm>
            <a:prstGeom prst="rect">
              <a:avLst/>
            </a:prstGeom>
          </p:spPr>
        </p:pic>
        <p:pic>
          <p:nvPicPr>
            <p:cNvPr id="19" name="Kép 18" descr="A képen kör, Grafika, Grafikus tervezés, Színesség látható&#10;&#10;Lehet, hogy az AI által létrehozott tartalom helytelen.">
              <a:extLst>
                <a:ext uri="{FF2B5EF4-FFF2-40B4-BE49-F238E27FC236}">
                  <a16:creationId xmlns:a16="http://schemas.microsoft.com/office/drawing/2014/main" id="{923918E3-B51B-E22D-12AB-ACD4970AD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9031816" y="4417482"/>
              <a:ext cx="277284" cy="277284"/>
            </a:xfrm>
            <a:prstGeom prst="rect">
              <a:avLst/>
            </a:prstGeom>
          </p:spPr>
        </p:pic>
        <p:pic>
          <p:nvPicPr>
            <p:cNvPr id="22" name="Kép 21" descr="A képen szimbólum, szív látható&#10;&#10;Lehet, hogy az AI által létrehozott tartalom helytelen.">
              <a:extLst>
                <a:ext uri="{FF2B5EF4-FFF2-40B4-BE49-F238E27FC236}">
                  <a16:creationId xmlns:a16="http://schemas.microsoft.com/office/drawing/2014/main" id="{DEA44BAE-219A-BF3E-EF2B-3FC4BC5A7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9012766" y="4768849"/>
              <a:ext cx="294218" cy="283635"/>
            </a:xfrm>
            <a:prstGeom prst="rect">
              <a:avLst/>
            </a:prstGeom>
          </p:spPr>
        </p:pic>
        <p:pic>
          <p:nvPicPr>
            <p:cNvPr id="26" name="Kép 25" descr="Opera Gallery Logo">
              <a:extLst>
                <a:ext uri="{FF2B5EF4-FFF2-40B4-BE49-F238E27FC236}">
                  <a16:creationId xmlns:a16="http://schemas.microsoft.com/office/drawing/2014/main" id="{7F70DC40-1B76-45DA-1D91-CED71ABE3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879417" y="5132916"/>
              <a:ext cx="582084" cy="328084"/>
            </a:xfrm>
            <a:prstGeom prst="rect">
              <a:avLst/>
            </a:prstGeom>
          </p:spPr>
        </p:pic>
      </p:grpSp>
      <p:pic>
        <p:nvPicPr>
          <p:cNvPr id="30" name="Kép 29" descr="Computer Memory Vector Art, Icons, and Graphics for Free Download">
            <a:extLst>
              <a:ext uri="{FF2B5EF4-FFF2-40B4-BE49-F238E27FC236}">
                <a16:creationId xmlns:a16="http://schemas.microsoft.com/office/drawing/2014/main" id="{E0B16AEB-8153-68C3-3A72-EE0BBCC203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3767" y="3196002"/>
            <a:ext cx="971552" cy="389468"/>
          </a:xfrm>
          <a:prstGeom prst="rect">
            <a:avLst/>
          </a:prstGeom>
        </p:spPr>
      </p:pic>
      <p:pic>
        <p:nvPicPr>
          <p:cNvPr id="32" name="Kép 31" descr="Cpu - Free icons">
            <a:extLst>
              <a:ext uri="{FF2B5EF4-FFF2-40B4-BE49-F238E27FC236}">
                <a16:creationId xmlns:a16="http://schemas.microsoft.com/office/drawing/2014/main" id="{9DF54414-A299-5014-9C12-463B818DBC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7121" y="4259792"/>
            <a:ext cx="987425" cy="762000"/>
          </a:xfrm>
          <a:prstGeom prst="rect">
            <a:avLst/>
          </a:prstGeom>
        </p:spPr>
      </p:pic>
      <p:pic>
        <p:nvPicPr>
          <p:cNvPr id="33" name="Kép 32" descr="Database Basic Miscellany Blue icon | Freepik">
            <a:extLst>
              <a:ext uri="{FF2B5EF4-FFF2-40B4-BE49-F238E27FC236}">
                <a16:creationId xmlns:a16="http://schemas.microsoft.com/office/drawing/2014/main" id="{BEC7CA17-07CA-5F61-A2D6-5F0C5DEE59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4850" y="3717843"/>
            <a:ext cx="579967" cy="558800"/>
          </a:xfrm>
          <a:prstGeom prst="rect">
            <a:avLst/>
          </a:prstGeom>
        </p:spPr>
      </p:pic>
      <p:sp>
        <p:nvSpPr>
          <p:cNvPr id="17" name="Akciógomb: Tovább vagy Következő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573055F-3193-4C34-8C98-42D532759C9C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Akciógomb: Vissza vagy Előző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A23453C-7892-4496-881F-E0A501E29C4C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351BD871-C4C1-4EBC-93E8-848EA0369104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Akciógomb: Kezdő dia 22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BF293243-6950-4C8A-A2B0-74E2FD848A99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B5DD8DCB-15CD-4BDE-B620-9825150D5778}"/>
              </a:ext>
            </a:extLst>
          </p:cNvPr>
          <p:cNvSpPr txBox="1">
            <a:spLocks/>
          </p:cNvSpPr>
          <p:nvPr/>
        </p:nvSpPr>
        <p:spPr>
          <a:xfrm>
            <a:off x="71718" y="58896"/>
            <a:ext cx="9905998" cy="609599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8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Hardware / software Követelmények</a:t>
            </a:r>
          </a:p>
        </p:txBody>
      </p:sp>
    </p:spTree>
    <p:extLst>
      <p:ext uri="{BB962C8B-B14F-4D97-AF65-F5344CB8AC3E}">
        <p14:creationId xmlns:p14="http://schemas.microsoft.com/office/powerpoint/2010/main" val="242136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493B5-3FE3-5090-0727-8E6A77C7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rtalom helye 2">
            <a:extLst>
              <a:ext uri="{FF2B5EF4-FFF2-40B4-BE49-F238E27FC236}">
                <a16:creationId xmlns:a16="http://schemas.microsoft.com/office/drawing/2014/main" id="{D61BB747-71D8-B065-6B31-A16743E5E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715269"/>
              </p:ext>
            </p:extLst>
          </p:nvPr>
        </p:nvGraphicFramePr>
        <p:xfrm>
          <a:off x="485349" y="1711768"/>
          <a:ext cx="5877361" cy="4331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artalom helye 2">
            <a:extLst>
              <a:ext uri="{FF2B5EF4-FFF2-40B4-BE49-F238E27FC236}">
                <a16:creationId xmlns:a16="http://schemas.microsoft.com/office/drawing/2014/main" id="{F10E517A-6517-7C38-762E-3F3A2AFE71C9}"/>
              </a:ext>
            </a:extLst>
          </p:cNvPr>
          <p:cNvSpPr txBox="1">
            <a:spLocks/>
          </p:cNvSpPr>
          <p:nvPr/>
        </p:nvSpPr>
        <p:spPr>
          <a:xfrm>
            <a:off x="6512593" y="2031389"/>
            <a:ext cx="5521499" cy="4140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/>
              <a:t>Felhasznált nyelvek:</a:t>
            </a:r>
          </a:p>
          <a:p>
            <a:pPr lvl="1"/>
            <a:r>
              <a:rPr lang="hu-HU"/>
              <a:t>HTML</a:t>
            </a:r>
            <a:endParaRPr lang="en" sz="1500">
              <a:solidFill>
                <a:srgbClr val="E8EAED"/>
              </a:solidFill>
              <a:highlight>
                <a:srgbClr val="303134"/>
              </a:highlight>
              <a:latin typeface="Consolas"/>
            </a:endParaRPr>
          </a:p>
          <a:p>
            <a:pPr lvl="1"/>
            <a:r>
              <a:rPr lang="hu-HU"/>
              <a:t>CSS</a:t>
            </a:r>
            <a:endParaRPr lang="hu-HU" sz="1200">
              <a:solidFill>
                <a:srgbClr val="FFFFFF"/>
              </a:solidFill>
              <a:latin typeface="Century Gothic"/>
            </a:endParaRPr>
          </a:p>
          <a:p>
            <a:pPr lvl="1"/>
            <a:r>
              <a:rPr lang="hu-HU"/>
              <a:t>SQL</a:t>
            </a:r>
            <a:endParaRPr lang="en" sz="1200">
              <a:solidFill>
                <a:srgbClr val="E8EAED"/>
              </a:solidFill>
              <a:latin typeface="Century Gothic"/>
              <a:ea typeface="+mn-lt"/>
              <a:cs typeface="+mn-lt"/>
            </a:endParaRPr>
          </a:p>
          <a:p>
            <a:pPr lvl="1"/>
            <a:r>
              <a:rPr lang="hu-HU"/>
              <a:t>C#</a:t>
            </a:r>
            <a:endParaRPr lang="en" sz="1300">
              <a:solidFill>
                <a:srgbClr val="E8EAED"/>
              </a:solidFill>
              <a:latin typeface="Consolas"/>
            </a:endParaRPr>
          </a:p>
          <a:p>
            <a:pPr lvl="1"/>
            <a:endParaRPr lang="hu-HU"/>
          </a:p>
          <a:p>
            <a:r>
              <a:rPr lang="hu-HU" sz="2000"/>
              <a:t>Keretrendszerek:</a:t>
            </a:r>
            <a:endParaRPr lang="hu-HU"/>
          </a:p>
          <a:p>
            <a:pPr lvl="1"/>
            <a:r>
              <a:rPr lang="hu-HU"/>
              <a:t>WPF</a:t>
            </a:r>
            <a:endParaRPr lang="hu-HU" sz="1300"/>
          </a:p>
          <a:p>
            <a:pPr lvl="1"/>
            <a:r>
              <a:rPr lang="hu-HU" err="1"/>
              <a:t>Angular</a:t>
            </a:r>
            <a:endParaRPr lang="hu-HU" sz="1400" err="1"/>
          </a:p>
          <a:p>
            <a:pPr lvl="1"/>
            <a:r>
              <a:rPr lang="hu-HU"/>
              <a:t>Express</a:t>
            </a:r>
            <a:endParaRPr lang="hu-HU" sz="1300"/>
          </a:p>
          <a:p>
            <a:pPr lvl="1">
              <a:buFont typeface="Arial" panose="020B0604020202020204" pitchFamily="34" charset="0"/>
              <a:buChar char="•"/>
            </a:pPr>
            <a:endParaRPr lang="hu-HU">
              <a:solidFill>
                <a:schemeClr val="bg1"/>
              </a:solidFill>
            </a:endParaRPr>
          </a:p>
          <a:p>
            <a:pPr lvl="1"/>
            <a:endParaRPr lang="hu-HU">
              <a:solidFill>
                <a:schemeClr val="bg1"/>
              </a:solidFill>
            </a:endParaRPr>
          </a:p>
          <a:p>
            <a:pPr lvl="1"/>
            <a:endParaRPr lang="hu-HU">
              <a:solidFill>
                <a:schemeClr val="bg1"/>
              </a:solidFill>
            </a:endParaRPr>
          </a:p>
          <a:p>
            <a:pPr lvl="1"/>
            <a:endParaRPr lang="hu-HU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hu-HU">
              <a:solidFill>
                <a:schemeClr val="bg1"/>
              </a:solidFill>
            </a:endParaRPr>
          </a:p>
          <a:p>
            <a:pPr lvl="1"/>
            <a:endParaRPr lang="hu-HU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hu-HU">
              <a:solidFill>
                <a:schemeClr val="bg1"/>
              </a:solidFill>
            </a:endParaRPr>
          </a:p>
        </p:txBody>
      </p:sp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2A82A2C-0679-409B-AABC-A016427BE195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A05AD0E-12C3-4DA3-A1BB-0FF35F6C5D64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121DDA14-A9BE-4A2A-833F-E5F0F83A04E4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Akciógomb: Kezdő dia 1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727E8AE-0C6A-4AEB-BFB7-E388E2408EB9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73E41987-3D77-46F5-9788-11E17EEBD5B7}"/>
              </a:ext>
            </a:extLst>
          </p:cNvPr>
          <p:cNvSpPr txBox="1">
            <a:spLocks/>
          </p:cNvSpPr>
          <p:nvPr/>
        </p:nvSpPr>
        <p:spPr>
          <a:xfrm>
            <a:off x="71718" y="58896"/>
            <a:ext cx="9905998" cy="565456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8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Felhasznált eszközök</a:t>
            </a:r>
            <a:endParaRPr lang="hu-HU"/>
          </a:p>
        </p:txBody>
      </p:sp>
      <p:pic>
        <p:nvPicPr>
          <p:cNvPr id="29" name="Kép 28" descr="Fájl:Windows logo - 2012.png – Wikipédia">
            <a:extLst>
              <a:ext uri="{FF2B5EF4-FFF2-40B4-BE49-F238E27FC236}">
                <a16:creationId xmlns:a16="http://schemas.microsoft.com/office/drawing/2014/main" id="{85AE98C8-C90D-BD17-5740-54446FDC37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962" y="2029386"/>
            <a:ext cx="1060078" cy="1158689"/>
          </a:xfrm>
          <a:prstGeom prst="rect">
            <a:avLst/>
          </a:prstGeom>
        </p:spPr>
      </p:pic>
      <p:pic>
        <p:nvPicPr>
          <p:cNvPr id="36" name="Kép 35" descr="Windows 11 logo in SVG format? : r/Windows11">
            <a:extLst>
              <a:ext uri="{FF2B5EF4-FFF2-40B4-BE49-F238E27FC236}">
                <a16:creationId xmlns:a16="http://schemas.microsoft.com/office/drawing/2014/main" id="{A7E6A827-2E69-D931-CA2D-EBE371F662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612" y="2245659"/>
            <a:ext cx="1264025" cy="1272989"/>
          </a:xfrm>
          <a:prstGeom prst="rect">
            <a:avLst/>
          </a:prstGeom>
        </p:spPr>
      </p:pic>
      <p:pic>
        <p:nvPicPr>
          <p:cNvPr id="57" name="Kép 56" descr="File:Visual Studio Code 1.35 icon.svg - Wikimedia Commons">
            <a:extLst>
              <a:ext uri="{FF2B5EF4-FFF2-40B4-BE49-F238E27FC236}">
                <a16:creationId xmlns:a16="http://schemas.microsoft.com/office/drawing/2014/main" id="{A81A77E0-ED4A-DDB7-D450-DB70844A52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0435" y="4240305"/>
            <a:ext cx="1228166" cy="1138519"/>
          </a:xfrm>
          <a:prstGeom prst="rect">
            <a:avLst/>
          </a:prstGeom>
        </p:spPr>
      </p:pic>
      <p:pic>
        <p:nvPicPr>
          <p:cNvPr id="58" name="Kép 57" descr="Visual Studio logo and symbol, meaning, history, PNG">
            <a:extLst>
              <a:ext uri="{FF2B5EF4-FFF2-40B4-BE49-F238E27FC236}">
                <a16:creationId xmlns:a16="http://schemas.microsoft.com/office/drawing/2014/main" id="{D44ED7A5-29CD-5A49-EB8B-74B106468D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6848" y="4557993"/>
            <a:ext cx="2151527" cy="116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C7437-D3C6-2031-5025-C25AD8CFA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7A59776-5948-400C-9935-7464561E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A12F519A-3F6B-9FC1-4C9C-C9F290E84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" r="958"/>
          <a:stretch>
            <a:fillRect/>
          </a:stretch>
        </p:blipFill>
        <p:spPr>
          <a:xfrm>
            <a:off x="8168989" y="1280619"/>
            <a:ext cx="3340921" cy="4623227"/>
          </a:xfrm>
          <a:prstGeom prst="roundRect">
            <a:avLst>
              <a:gd name="adj" fmla="val 4380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Kép 3" descr="25 HTML &amp; CSS Tutorials. Learn HTML &amp; CSS by exploring these 25… | by  Brandon Morelli | codeburst">
            <a:extLst>
              <a:ext uri="{FF2B5EF4-FFF2-40B4-BE49-F238E27FC236}">
                <a16:creationId xmlns:a16="http://schemas.microsoft.com/office/drawing/2014/main" id="{25A985A9-1A18-09D2-1DA5-641BB8B8BC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17" b="-3"/>
          <a:stretch>
            <a:fillRect/>
          </a:stretch>
        </p:blipFill>
        <p:spPr>
          <a:xfrm>
            <a:off x="4421985" y="2087441"/>
            <a:ext cx="3337560" cy="2677887"/>
          </a:xfrm>
          <a:prstGeom prst="roundRect">
            <a:avLst>
              <a:gd name="adj" fmla="val 4380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 descr="A képen szöveg, képernyőkép, menü látható&#10;&#10;Lehet, hogy az AI által létrehozott tartalom helytelen.">
            <a:extLst>
              <a:ext uri="{FF2B5EF4-FFF2-40B4-BE49-F238E27FC236}">
                <a16:creationId xmlns:a16="http://schemas.microsoft.com/office/drawing/2014/main" id="{B1F318A0-4827-9889-4418-A438F01485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17" t="499" r="14623" b="-249"/>
          <a:stretch>
            <a:fillRect/>
          </a:stretch>
        </p:blipFill>
        <p:spPr>
          <a:xfrm>
            <a:off x="665236" y="1280618"/>
            <a:ext cx="3349576" cy="4611703"/>
          </a:xfrm>
          <a:prstGeom prst="roundRect">
            <a:avLst>
              <a:gd name="adj" fmla="val 4380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1" name="Akciógomb: Tovább vagy Következő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3DCDFE8-0864-4B3F-B68C-37070DCF8380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Akciógomb: Vissza vagy Előző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1352333-A305-419B-833B-21132A98554E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B223A390-814F-41BE-A954-79D663506CC5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Akciógomb: Kezdő dia 1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737FB13-AB46-4C24-8CC5-B63C347B69E8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0E02495F-86D9-40BE-9734-DFA396CD43A4}"/>
              </a:ext>
            </a:extLst>
          </p:cNvPr>
          <p:cNvSpPr txBox="1">
            <a:spLocks/>
          </p:cNvSpPr>
          <p:nvPr/>
        </p:nvSpPr>
        <p:spPr>
          <a:xfrm>
            <a:off x="71718" y="58896"/>
            <a:ext cx="9905998" cy="609599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HTML &amp; CSS</a:t>
            </a:r>
          </a:p>
        </p:txBody>
      </p:sp>
    </p:spTree>
    <p:extLst>
      <p:ext uri="{BB962C8B-B14F-4D97-AF65-F5344CB8AC3E}">
        <p14:creationId xmlns:p14="http://schemas.microsoft.com/office/powerpoint/2010/main" val="235489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B5F3F-829F-5227-E6E5-D5C54E8A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 descr="プレスキット • Angular 日本語版">
            <a:extLst>
              <a:ext uri="{FF2B5EF4-FFF2-40B4-BE49-F238E27FC236}">
                <a16:creationId xmlns:a16="http://schemas.microsoft.com/office/drawing/2014/main" id="{1A4F94B3-D03E-6F6B-B642-A0322FC78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739" y="1177750"/>
            <a:ext cx="4765597" cy="1489249"/>
          </a:xfrm>
          <a:custGeom>
            <a:avLst/>
            <a:gdLst/>
            <a:ahLst/>
            <a:cxnLst/>
            <a:rect l="l" t="t" r="r" b="b"/>
            <a:pathLst>
              <a:path w="3416888" h="2057399">
                <a:moveTo>
                  <a:pt x="120172" y="0"/>
                </a:moveTo>
                <a:lnTo>
                  <a:pt x="3296716" y="0"/>
                </a:lnTo>
                <a:cubicBezTo>
                  <a:pt x="3363085" y="0"/>
                  <a:pt x="3416888" y="53803"/>
                  <a:pt x="3416888" y="120172"/>
                </a:cubicBezTo>
                <a:lnTo>
                  <a:pt x="3416888" y="2057399"/>
                </a:lnTo>
                <a:lnTo>
                  <a:pt x="0" y="2057399"/>
                </a:lnTo>
                <a:lnTo>
                  <a:pt x="0" y="120172"/>
                </a:lnTo>
                <a:cubicBezTo>
                  <a:pt x="0" y="53803"/>
                  <a:pt x="53803" y="0"/>
                  <a:pt x="120172" y="0"/>
                </a:cubicBezTo>
                <a:close/>
              </a:path>
            </a:pathLst>
          </a:cu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648C76C0-A750-950C-1825-2DD669D3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39" y="2947481"/>
            <a:ext cx="4765597" cy="2799787"/>
          </a:xfrm>
          <a:custGeom>
            <a:avLst/>
            <a:gdLst/>
            <a:ahLst/>
            <a:cxnLst/>
            <a:rect l="l" t="t" r="r" b="b"/>
            <a:pathLst>
              <a:path w="3416888" h="3240120">
                <a:moveTo>
                  <a:pt x="0" y="0"/>
                </a:moveTo>
                <a:lnTo>
                  <a:pt x="3416888" y="0"/>
                </a:lnTo>
                <a:lnTo>
                  <a:pt x="3416888" y="3119948"/>
                </a:lnTo>
                <a:cubicBezTo>
                  <a:pt x="3416888" y="3186317"/>
                  <a:pt x="3363085" y="3240120"/>
                  <a:pt x="3296716" y="3240120"/>
                </a:cubicBezTo>
                <a:lnTo>
                  <a:pt x="120172" y="3240120"/>
                </a:lnTo>
                <a:cubicBezTo>
                  <a:pt x="53803" y="3240120"/>
                  <a:pt x="0" y="3186317"/>
                  <a:pt x="0" y="3119948"/>
                </a:cubicBezTo>
                <a:close/>
              </a:path>
            </a:pathLst>
          </a:cu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9" name="Akciógomb: Tovább vagy Következő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47AC699-42B8-4AB1-BE16-22BBF7C152B4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Vissza vagy Előző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1C9E6F6-1B80-462D-84E4-B761909512E4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1FEBB28D-E124-4521-847D-4FAD53F1C345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Akciógomb: Kezdő dia 1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4244F1F-58E2-41C4-8D84-66219CBAFC09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70469088-DD9A-4658-932B-321E6F0F44F5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800" err="1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Angular</a:t>
            </a:r>
            <a:endParaRPr lang="hu-HU" sz="2800">
              <a:ln w="3175" cmpd="sng">
                <a:solidFill>
                  <a:schemeClr val="accent6">
                    <a:lumMod val="50000"/>
                  </a:scheme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4C2FE18-9C1D-1FCB-F3BD-87C362B0CCCD}"/>
              </a:ext>
            </a:extLst>
          </p:cNvPr>
          <p:cNvSpPr txBox="1"/>
          <p:nvPr/>
        </p:nvSpPr>
        <p:spPr>
          <a:xfrm>
            <a:off x="6892030" y="1178006"/>
            <a:ext cx="4435229" cy="1477328"/>
          </a:xfrm>
          <a:prstGeom prst="rect">
            <a:avLst/>
          </a:prstGeom>
          <a:noFill/>
          <a:ln w="28575">
            <a:solidFill>
              <a:srgbClr val="FC8F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/>
              <a:t>Használt verzió: Angular v18.2.14</a:t>
            </a:r>
          </a:p>
          <a:p>
            <a:pPr marL="285750" indent="-285750">
              <a:buFont typeface="Arial"/>
              <a:buChar char="•"/>
            </a:pPr>
            <a:r>
              <a:rPr lang="hu-HU"/>
              <a:t>Framework</a:t>
            </a:r>
          </a:p>
          <a:p>
            <a:pPr marL="742950" lvl="1" indent="-285750">
              <a:buFont typeface="Courier New"/>
              <a:buChar char="o"/>
            </a:pPr>
            <a:r>
              <a:rPr lang="hu-HU"/>
              <a:t>TypeScript alapú</a:t>
            </a:r>
          </a:p>
          <a:p>
            <a:pPr marL="742950" lvl="1" indent="-285750">
              <a:buFont typeface="Courier New"/>
              <a:buChar char="o"/>
            </a:pPr>
            <a:r>
              <a:rPr lang="hu-HU"/>
              <a:t>Komponenseken alapúló</a:t>
            </a:r>
          </a:p>
          <a:p>
            <a:pPr marL="285750" indent="-285750">
              <a:buFont typeface="Arial"/>
              <a:buChar char="•"/>
            </a:pPr>
            <a:endParaRPr lang="hu-HU"/>
          </a:p>
        </p:txBody>
      </p:sp>
      <p:pic>
        <p:nvPicPr>
          <p:cNvPr id="3" name="Kép 2" descr="A képen szöveg, képernyőkép, menü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F30A16B-49FD-6EB8-87E9-7353DE996B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" b="25180"/>
          <a:stretch>
            <a:fillRect/>
          </a:stretch>
        </p:blipFill>
        <p:spPr>
          <a:xfrm>
            <a:off x="6888406" y="2949697"/>
            <a:ext cx="4433046" cy="2733741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</p:spTree>
    <p:extLst>
      <p:ext uri="{BB962C8B-B14F-4D97-AF65-F5344CB8AC3E}">
        <p14:creationId xmlns:p14="http://schemas.microsoft.com/office/powerpoint/2010/main" val="476825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TypeScript - Wikipedia">
            <a:extLst>
              <a:ext uri="{FF2B5EF4-FFF2-40B4-BE49-F238E27FC236}">
                <a16:creationId xmlns:a16="http://schemas.microsoft.com/office/drawing/2014/main" id="{1F650B2A-55E2-9DC5-0AC1-954E81D2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42" r="-3" b="-3"/>
          <a:stretch>
            <a:fillRect/>
          </a:stretch>
        </p:blipFill>
        <p:spPr>
          <a:xfrm>
            <a:off x="923034" y="1922928"/>
            <a:ext cx="3967240" cy="3556428"/>
          </a:xfrm>
          <a:prstGeom prst="roundRect">
            <a:avLst>
              <a:gd name="adj" fmla="val 4380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Tartalom helye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C000275E-B443-0D78-468A-A5CAEF5D2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954" b="4"/>
          <a:stretch>
            <a:fillRect/>
          </a:stretch>
        </p:blipFill>
        <p:spPr>
          <a:xfrm>
            <a:off x="6968145" y="1483658"/>
            <a:ext cx="4300648" cy="4739769"/>
          </a:xfrm>
          <a:prstGeom prst="roundRect">
            <a:avLst>
              <a:gd name="adj" fmla="val 4380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9" name="Akciógomb: Tovább vagy Következő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09E0BA1-D3D6-4E41-8D30-F26D0A89E2AC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Vissza vagy Előző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4B9B84E-BA89-45CB-A8EC-B5C30BF48AF6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F1B233A0-1C0B-4A82-A2E3-869B3301B1D7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Akciógomb: Kezdő dia 1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4EA3BC4-3586-44A7-A8D7-F3D72DDFCB1D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1DBE1D9E-3C68-4028-BA80-72BE9FBE8F48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800" err="1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Typescript</a:t>
            </a:r>
            <a:endParaRPr lang="hu-HU" sz="2800">
              <a:ln w="3175" cmpd="sng">
                <a:solidFill>
                  <a:schemeClr val="accent6">
                    <a:lumMod val="50000"/>
                  </a:scheme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851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artalom helye 8" descr="A képen Betűtípus, Grafika, emblém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7FB629E5-CBBE-FE47-3F28-EB357F0F0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58298" y="1441950"/>
            <a:ext cx="3976788" cy="3976788"/>
          </a:xfrm>
          <a:prstGeom prst="roundRect">
            <a:avLst>
              <a:gd name="adj" fmla="val 3517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E25E53B-A418-4F3A-A811-5B8773D61827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Vissza vagy Előző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1CAA58A-D729-4281-9271-A7D2974A3350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9F4FEECB-75ED-4A14-ADCA-369B7C803E6E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Akciógomb: Kezdő dia 1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5D1C4A2-5D70-464C-B90F-850B8FF6D93D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Cím 1">
            <a:extLst>
              <a:ext uri="{FF2B5EF4-FFF2-40B4-BE49-F238E27FC236}">
                <a16:creationId xmlns:a16="http://schemas.microsoft.com/office/drawing/2014/main" id="{1E8A4EEE-A25C-4098-A1FF-0B025F15A7CD}"/>
              </a:ext>
            </a:extLst>
          </p:cNvPr>
          <p:cNvSpPr txBox="1">
            <a:spLocks/>
          </p:cNvSpPr>
          <p:nvPr/>
        </p:nvSpPr>
        <p:spPr>
          <a:xfrm>
            <a:off x="71718" y="58896"/>
            <a:ext cx="9905998" cy="609599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800" err="1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Javascript</a:t>
            </a:r>
            <a:endParaRPr lang="hu-HU" sz="2800">
              <a:ln w="3175" cmpd="sng">
                <a:solidFill>
                  <a:schemeClr val="accent6">
                    <a:lumMod val="50000"/>
                  </a:scheme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3" name="Tartalom helye 3" descr="A képen szöveg, képernyőkép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1E3EBF46-1DE7-2B2A-935F-1076DFCF2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4110" t="-203" r="22603" b="3658"/>
          <a:stretch>
            <a:fillRect/>
          </a:stretch>
        </p:blipFill>
        <p:spPr>
          <a:xfrm>
            <a:off x="6713787" y="1221995"/>
            <a:ext cx="4123623" cy="4576000"/>
          </a:xfrm>
          <a:prstGeom prst="roundRect">
            <a:avLst>
              <a:gd name="adj" fmla="val 4380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71766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5A5BB-A52B-90DE-E876-7ACF7A48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773BFFD-E5AC-4689-8BBA-EDFE2286D9C7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8C2DC30-BDAB-419D-B713-9347A1B60A10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03F86FC-67FD-4805-ACC2-743D5619675A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2316483-ABED-4823-BF86-2ABBC46053ED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9A94BB70-9131-42B3-B57D-CB8724F49E70}"/>
              </a:ext>
            </a:extLst>
          </p:cNvPr>
          <p:cNvSpPr txBox="1">
            <a:spLocks/>
          </p:cNvSpPr>
          <p:nvPr/>
        </p:nvSpPr>
        <p:spPr>
          <a:xfrm>
            <a:off x="71718" y="67611"/>
            <a:ext cx="9905998" cy="556741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8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C#</a:t>
            </a:r>
          </a:p>
        </p:txBody>
      </p:sp>
      <p:pic>
        <p:nvPicPr>
          <p:cNvPr id="5" name="Kép 4" descr="Coding in C# | Custom software | Netgen">
            <a:extLst>
              <a:ext uri="{FF2B5EF4-FFF2-40B4-BE49-F238E27FC236}">
                <a16:creationId xmlns:a16="http://schemas.microsoft.com/office/drawing/2014/main" id="{05F29B89-6E64-4A6B-F1C1-05A34E9E8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738" y="1273935"/>
            <a:ext cx="4267200" cy="431012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72A59F9-1B01-BA9D-019D-82904E639158}"/>
              </a:ext>
            </a:extLst>
          </p:cNvPr>
          <p:cNvSpPr txBox="1"/>
          <p:nvPr/>
        </p:nvSpPr>
        <p:spPr>
          <a:xfrm>
            <a:off x="7027333" y="1716697"/>
            <a:ext cx="44437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/>
              <a:t>Asztali alkamazásokhoz tökéletes</a:t>
            </a:r>
          </a:p>
          <a:p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/>
              <a:t>.Net Alapú</a:t>
            </a:r>
          </a:p>
          <a:p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 dirty="0"/>
              <a:t>Egyik legnépszerűbb nyelv windows </a:t>
            </a:r>
            <a:r>
              <a:rPr lang="hu-HU"/>
              <a:t>szatali alkalmazáskhoz.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6490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WPF Extensions - Syncfusion® - Visual Studio Marketplace">
            <a:extLst>
              <a:ext uri="{FF2B5EF4-FFF2-40B4-BE49-F238E27FC236}">
                <a16:creationId xmlns:a16="http://schemas.microsoft.com/office/drawing/2014/main" id="{EECBF1B6-8937-D021-74D1-50CDE2B4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668" y="1065183"/>
            <a:ext cx="5247747" cy="5247747"/>
          </a:xfrm>
          <a:prstGeom prst="roundRect">
            <a:avLst>
              <a:gd name="adj" fmla="val 3517"/>
            </a:avLst>
          </a:prstGeom>
          <a:ln w="38100">
            <a:solidFill>
              <a:srgbClr val="FF8000"/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FCF0A0C-C85B-4BCD-907A-450A9607C037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E7C52C9-3A2D-4F00-9C04-284DE6CC9DA5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22DD2F41-DA95-49D5-ADA0-CCF8B71B18A1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Akciógomb: Kezdő dia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D207C97-861F-4F5C-ABF1-B44DB9B46764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Cím 1">
            <a:extLst>
              <a:ext uri="{FF2B5EF4-FFF2-40B4-BE49-F238E27FC236}">
                <a16:creationId xmlns:a16="http://schemas.microsoft.com/office/drawing/2014/main" id="{78634E35-29CF-4C74-B127-90421668B97E}"/>
              </a:ext>
            </a:extLst>
          </p:cNvPr>
          <p:cNvSpPr txBox="1">
            <a:spLocks/>
          </p:cNvSpPr>
          <p:nvPr/>
        </p:nvSpPr>
        <p:spPr>
          <a:xfrm>
            <a:off x="18057" y="56879"/>
            <a:ext cx="9959659" cy="610402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31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WPF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F560B98-A52C-BD95-D58B-7C5AB6EF3443}"/>
              </a:ext>
            </a:extLst>
          </p:cNvPr>
          <p:cNvSpPr txBox="1"/>
          <p:nvPr/>
        </p:nvSpPr>
        <p:spPr>
          <a:xfrm>
            <a:off x="740833" y="1428750"/>
            <a:ext cx="37380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/>
              <a:t>Kód és dizájn különválasztása</a:t>
            </a:r>
          </a:p>
          <a:p>
            <a:pPr marL="285750" indent="-285750">
              <a:buFont typeface="Arial"/>
              <a:buChar char="•"/>
            </a:pP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/>
              <a:t>Engedi az adatkötéseket</a:t>
            </a:r>
          </a:p>
          <a:p>
            <a:pPr marL="285750" indent="-285750">
              <a:buFont typeface="Arial"/>
              <a:buChar char="•"/>
            </a:pP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/>
              <a:t>Támogatja a testreszabást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049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129F6-551D-1944-AF8D-4F18C468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Why Use Express with Node.js?">
            <a:extLst>
              <a:ext uri="{FF2B5EF4-FFF2-40B4-BE49-F238E27FC236}">
                <a16:creationId xmlns:a16="http://schemas.microsoft.com/office/drawing/2014/main" id="{82841DD6-0D0A-41A5-11BB-B5395FAB85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73000"/>
                    </a14:imgEffect>
                  </a14:imgLayer>
                </a14:imgProps>
              </a:ext>
            </a:extLst>
          </a:blip>
          <a:srcRect t="6336" b="9077"/>
          <a:stretch>
            <a:fillRect/>
          </a:stretch>
        </p:blipFill>
        <p:spPr>
          <a:xfrm>
            <a:off x="20" y="110300"/>
            <a:ext cx="12191980" cy="6857990"/>
          </a:xfrm>
          <a:prstGeom prst="rect">
            <a:avLst/>
          </a:prstGeom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8300B0B-117A-40ED-9168-E45E65B0C35A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0A79C1D-945B-4833-B80E-AC5DB0077668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FF5C7CF-0DA8-4757-9361-E40682F380CD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8ACD1C8-90EA-4226-B6C1-3FE4101EB02D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BDD32CC8-FE53-4B42-B819-363964AF8AB3}"/>
              </a:ext>
            </a:extLst>
          </p:cNvPr>
          <p:cNvSpPr txBox="1">
            <a:spLocks/>
          </p:cNvSpPr>
          <p:nvPr/>
        </p:nvSpPr>
        <p:spPr>
          <a:xfrm>
            <a:off x="18057" y="56639"/>
            <a:ext cx="9959659" cy="611856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31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Express</a:t>
            </a:r>
            <a:endParaRPr lang="hu-HU" sz="310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2" name="Kép 1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56DC102-2550-A754-B694-37DC4A819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8796" y="1071685"/>
            <a:ext cx="4029075" cy="52578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67239A05-5084-39E4-8C72-A6FDD7D1F211}"/>
              </a:ext>
            </a:extLst>
          </p:cNvPr>
          <p:cNvSpPr txBox="1"/>
          <p:nvPr/>
        </p:nvSpPr>
        <p:spPr>
          <a:xfrm>
            <a:off x="1100667" y="1248833"/>
            <a:ext cx="4066116" cy="1477328"/>
          </a:xfrm>
          <a:prstGeom prst="rect">
            <a:avLst/>
          </a:prstGeom>
          <a:solidFill>
            <a:srgbClr val="002060"/>
          </a:solidFill>
          <a:ln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/>
              <a:t>Api hívásokat tesz elérhetővé</a:t>
            </a:r>
          </a:p>
          <a:p>
            <a:pPr marL="285750" indent="-285750">
              <a:buFont typeface="Arial"/>
              <a:buChar char="•"/>
            </a:pP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/>
              <a:t>Aszinkron és esemény vezérelt</a:t>
            </a:r>
            <a:endParaRPr lang="hu-HU" dirty="0"/>
          </a:p>
          <a:p>
            <a:pPr marL="285750" indent="-285750">
              <a:buFont typeface="Arial"/>
              <a:buChar char="•"/>
            </a:pP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/>
              <a:t>Middleware rendszer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2803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6795A0B2-6312-3A28-D64F-70F92BD7FF74}"/>
              </a:ext>
            </a:extLst>
          </p:cNvPr>
          <p:cNvSpPr txBox="1"/>
          <p:nvPr/>
        </p:nvSpPr>
        <p:spPr>
          <a:xfrm>
            <a:off x="389192" y="1570181"/>
            <a:ext cx="3643674" cy="387436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Adatbázis</a:t>
            </a:r>
            <a:r>
              <a:rPr lang="en-US" cap="small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model: Eraser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en-US" cap="small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7 </a:t>
            </a: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tábla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Fehhasználók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Fokategoriak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Kategoriak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Eszkozok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Eszkoz_kepek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Berlesek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r>
              <a:rPr lang="en-US" cap="small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uzenetek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Courier New"/>
              <a:buChar char="o"/>
            </a:pPr>
            <a:endParaRPr lang="en-US" cap="small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endParaRPr lang="en-US" cap="small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Kép 4" descr="A képen szöveg, képernyőkép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111C63E4-9930-F389-9CC5-25238352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314" y="1569473"/>
            <a:ext cx="7633700" cy="3875630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E5E5B38-E9CE-486A-832E-CC4BB79DC5DD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0A16177-A264-46D4-9162-202DE42D3F15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FDB8F7E5-27F6-422B-9571-FB5605307C70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9359529-75E7-4F01-B927-5E3C3708E009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A3D1745B-64AD-4C7D-B32E-C897EF4FE849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3100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Adatbázis</a:t>
            </a:r>
            <a:endParaRPr lang="hu-HU" sz="310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679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F534B-279D-AE77-C3C0-DD8CD73D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7E5847-5649-285B-6959-D98520D60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79" y="2512670"/>
            <a:ext cx="3643674" cy="3216276"/>
          </a:xfrm>
        </p:spPr>
        <p:txBody>
          <a:bodyPr anchor="t">
            <a:normAutofit/>
          </a:bodyPr>
          <a:lstStyle/>
          <a:p>
            <a:pPr>
              <a:buClr>
                <a:prstClr val="white"/>
              </a:buClr>
            </a:pPr>
            <a:r>
              <a:rPr lang="hu-HU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Munka felosztás: Jira</a:t>
            </a:r>
          </a:p>
          <a:p>
            <a:pPr>
              <a:buClr>
                <a:srgbClr val="FFFFFF"/>
              </a:buClr>
            </a:pPr>
            <a:r>
              <a:rPr lang="hu-HU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Heti megbeszélések</a:t>
            </a:r>
          </a:p>
          <a:p>
            <a:pPr>
              <a:buClr>
                <a:srgbClr val="FFFFFF"/>
              </a:buClr>
            </a:pPr>
            <a:r>
              <a:rPr lang="hu-HU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Priorítási szintek kiszabása</a:t>
            </a:r>
          </a:p>
          <a:p>
            <a:pPr marL="0" indent="0">
              <a:buClr>
                <a:srgbClr val="FFFFFF"/>
              </a:buClr>
              <a:buNone/>
            </a:pPr>
            <a:endParaRPr lang="hu-HU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hu-HU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Kép 4" descr="A képen szöveg, képernyőkép, szám, Színesség látható&#10;&#10;Lehet, hogy az AI által létrehozott tartalom helytelen.">
            <a:extLst>
              <a:ext uri="{FF2B5EF4-FFF2-40B4-BE49-F238E27FC236}">
                <a16:creationId xmlns:a16="http://schemas.microsoft.com/office/drawing/2014/main" id="{15A63EE5-B88C-18AA-8D30-6DD413E93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452" y="2364129"/>
            <a:ext cx="7738159" cy="3518705"/>
          </a:xfrm>
          <a:prstGeom prst="rect">
            <a:avLst/>
          </a:prstGeom>
          <a:ln w="28575">
            <a:solidFill>
              <a:srgbClr val="FF8000"/>
            </a:solidFill>
          </a:ln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B988B19-A622-469A-B65F-8371CEB51463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0B256EE-0975-464F-B543-6123EC48EAC5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6ED7CB9B-CF57-44B3-8A2F-B1996446125A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36F31C0-CACB-4314-B948-AE172F000527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37F59B45-7BCD-47BB-BDE9-80AB6290AB99}"/>
              </a:ext>
            </a:extLst>
          </p:cNvPr>
          <p:cNvSpPr txBox="1">
            <a:spLocks/>
          </p:cNvSpPr>
          <p:nvPr/>
        </p:nvSpPr>
        <p:spPr>
          <a:xfrm>
            <a:off x="18057" y="56879"/>
            <a:ext cx="9959659" cy="610402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 munka megosztása</a:t>
            </a:r>
            <a:endParaRPr lang="hu-HU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2" name="Kép 1" descr="Jira (software) - Wikipedia">
            <a:extLst>
              <a:ext uri="{FF2B5EF4-FFF2-40B4-BE49-F238E27FC236}">
                <a16:creationId xmlns:a16="http://schemas.microsoft.com/office/drawing/2014/main" id="{922891B0-0669-F9D2-AC12-A937336BB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23" y="3659747"/>
            <a:ext cx="3130456" cy="25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35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Online hirdetés látható&#10;&#10;Lehet, hogy az AI által létrehozott tartalom helytelen.">
            <a:extLst>
              <a:ext uri="{FF2B5EF4-FFF2-40B4-BE49-F238E27FC236}">
                <a16:creationId xmlns:a16="http://schemas.microsoft.com/office/drawing/2014/main" id="{3210B1DD-8683-686E-6194-A9E13978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83" y="984351"/>
            <a:ext cx="10557187" cy="5491676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E7A8305-0289-4616-963A-128130E35666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B982428-94C7-4ED8-9495-DD5858B83704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531652A1-D503-4774-832A-4107D1C7882C}"/>
              </a:ext>
            </a:extLst>
          </p:cNvPr>
          <p:cNvSpPr/>
          <p:nvPr/>
        </p:nvSpPr>
        <p:spPr>
          <a:xfrm>
            <a:off x="6072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5B6A1B0-0184-478A-8838-656E71B2ABA3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DCC5AAEA-11D5-4AAB-8AED-69040CDC6CAB}"/>
              </a:ext>
            </a:extLst>
          </p:cNvPr>
          <p:cNvSpPr txBox="1">
            <a:spLocks/>
          </p:cNvSpPr>
          <p:nvPr/>
        </p:nvSpPr>
        <p:spPr>
          <a:xfrm>
            <a:off x="8966" y="67588"/>
            <a:ext cx="9968750" cy="601178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 köszöntő felület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330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AF18A084-B4AF-B83F-0A88-4A59CD01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80" y="1210268"/>
            <a:ext cx="10369570" cy="5256662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2E751D4-C910-475B-87A8-665F911EAA55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885EE3D-7F19-474B-AA69-A49D03A57578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1F98FF21-1966-4E3F-8A14-6E5D7032AF0E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E741597-797D-4B3D-979F-EE9553E9B25D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472E3C51-DC93-4B9B-BD7C-C5E78503972B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Regisztrációs felület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587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BA8BB786-B1E3-EE39-1ECE-185A7C5FF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7" y="1110574"/>
            <a:ext cx="9866220" cy="5361891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18DC53F-807E-49F7-A4F3-9227644F1B68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B073EA0-87C4-423F-8B7E-F51472FF31B6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70BCAF2E-E857-4D45-AF2F-7FC1BD4CC231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Kezdő dia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0A6BE95-55FF-4504-9FFE-5B9ACA02B39E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F0C5B9E2-CF9C-422A-B0E4-F6FF7BF504C1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Regisztrációs felület</a:t>
            </a:r>
            <a:endParaRPr lang="hu-HU">
              <a:ln w="3175" cmpd="sng">
                <a:solidFill>
                  <a:schemeClr val="accent6">
                    <a:lumMod val="50000"/>
                  </a:schemeClr>
                </a:solidFill>
              </a:ln>
              <a:solidFill>
                <a:srgbClr val="0000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9734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C7504A6E-CFB7-5C1B-308C-32850F28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0" y="1055158"/>
            <a:ext cx="10631021" cy="5415803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8C3BFAF-58B9-45E2-89D2-A436819B1914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C2E190F-DD47-40AA-84BB-82611621915C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BB4944A3-070C-470F-BF65-14B64F5E94E7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4252803-BF74-4627-B945-95E3E55CEEC8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67B4D576-724D-4B0D-8931-77C79BD0F9D4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Regisztrációs felület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4467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869508F1-35F8-F8D3-8648-07A873D68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987" y="1136650"/>
            <a:ext cx="9728762" cy="5338359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F513988-FD42-42F6-BD36-8748940D1631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CBB7279-48DA-4A83-8E30-E8938AD1268E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55A8864D-BAC7-4DE9-9EAB-4D0EB93DD570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B82607A-1F70-4CFB-A90F-09D66D9D68BB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21170F77-4DCE-4015-B7F0-BDCAECD515E4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Regisztrációs felület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6736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elektronika, képernyőkép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39AABEF5-AF2F-A7D0-5F62-75E841EC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56" y="1090082"/>
            <a:ext cx="8954172" cy="5384428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A0F2293-5752-4D76-9A3F-F1D41053AB9C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F9BC461-F156-46B4-A96E-452FE08CD4D0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3EEAE846-C58A-413A-9792-79D9B5A144FC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5A8A0CE-36D1-4757-B5F4-CD8AD1961097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B414DBD8-B0EF-4201-B0F4-10F7940ECAEC}"/>
              </a:ext>
            </a:extLst>
          </p:cNvPr>
          <p:cNvSpPr txBox="1">
            <a:spLocks/>
          </p:cNvSpPr>
          <p:nvPr/>
        </p:nvSpPr>
        <p:spPr>
          <a:xfrm>
            <a:off x="17931" y="67588"/>
            <a:ext cx="9959785" cy="601178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Regisztrációs felület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0759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1297D87C-8303-3101-22C3-BE434A2A6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83" t="19104" r="32283" b="19104"/>
          <a:stretch/>
        </p:blipFill>
        <p:spPr>
          <a:xfrm>
            <a:off x="700984" y="1556464"/>
            <a:ext cx="3721156" cy="3033416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EB39B70-85AD-4BA6-9451-09946BCB12BC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2879C1F-8B28-4F66-869E-016310006200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BBB00DEA-1DD4-4E31-8182-88D6A1CACFA4}"/>
              </a:ext>
            </a:extLst>
          </p:cNvPr>
          <p:cNvCxnSpPr>
            <a:cxnSpLocks/>
          </p:cNvCxnSpPr>
          <p:nvPr/>
        </p:nvCxnSpPr>
        <p:spPr>
          <a:xfrm flipH="1">
            <a:off x="3460376" y="2895600"/>
            <a:ext cx="1476000" cy="0"/>
          </a:xfrm>
          <a:prstGeom prst="straightConnector1">
            <a:avLst/>
          </a:prstGeom>
          <a:ln>
            <a:solidFill>
              <a:srgbClr val="FC8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D9E6C8BA-36B8-4470-B608-FA380CE49D01}"/>
              </a:ext>
            </a:extLst>
          </p:cNvPr>
          <p:cNvCxnSpPr>
            <a:cxnSpLocks/>
          </p:cNvCxnSpPr>
          <p:nvPr/>
        </p:nvCxnSpPr>
        <p:spPr>
          <a:xfrm flipH="1">
            <a:off x="3460376" y="3316941"/>
            <a:ext cx="1479177" cy="0"/>
          </a:xfrm>
          <a:prstGeom prst="straightConnector1">
            <a:avLst/>
          </a:prstGeom>
          <a:ln>
            <a:solidFill>
              <a:srgbClr val="FC8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9AD4057B-8559-4BEE-A5E1-466F4615D6E5}"/>
              </a:ext>
            </a:extLst>
          </p:cNvPr>
          <p:cNvCxnSpPr>
            <a:cxnSpLocks/>
          </p:cNvCxnSpPr>
          <p:nvPr/>
        </p:nvCxnSpPr>
        <p:spPr>
          <a:xfrm flipH="1" flipV="1">
            <a:off x="3747247" y="3429000"/>
            <a:ext cx="1192305" cy="309282"/>
          </a:xfrm>
          <a:prstGeom prst="straightConnector1">
            <a:avLst/>
          </a:prstGeom>
          <a:ln>
            <a:solidFill>
              <a:srgbClr val="FC8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F6B1EE7B-F5A9-4C8E-B02E-EC21DE67555F}"/>
              </a:ext>
            </a:extLst>
          </p:cNvPr>
          <p:cNvCxnSpPr>
            <a:cxnSpLocks/>
          </p:cNvCxnSpPr>
          <p:nvPr/>
        </p:nvCxnSpPr>
        <p:spPr>
          <a:xfrm flipV="1">
            <a:off x="2532323" y="3954876"/>
            <a:ext cx="1" cy="1066749"/>
          </a:xfrm>
          <a:prstGeom prst="straightConnector1">
            <a:avLst/>
          </a:prstGeom>
          <a:ln>
            <a:solidFill>
              <a:srgbClr val="FC8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91C86645-3D57-4A01-9505-0D185FA3E460}"/>
              </a:ext>
            </a:extLst>
          </p:cNvPr>
          <p:cNvSpPr txBox="1"/>
          <p:nvPr/>
        </p:nvSpPr>
        <p:spPr>
          <a:xfrm>
            <a:off x="4915228" y="2734618"/>
            <a:ext cx="2361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>
                <a:solidFill>
                  <a:srgbClr val="FC8F00"/>
                </a:solidFill>
              </a:rPr>
              <a:t>E-mail cím megadása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5A94CCE9-99F4-4CE6-8C7D-2718DB331C67}"/>
              </a:ext>
            </a:extLst>
          </p:cNvPr>
          <p:cNvSpPr txBox="1"/>
          <p:nvPr/>
        </p:nvSpPr>
        <p:spPr>
          <a:xfrm>
            <a:off x="4915228" y="3152123"/>
            <a:ext cx="1919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>
                <a:solidFill>
                  <a:srgbClr val="FC8F00"/>
                </a:solidFill>
              </a:rPr>
              <a:t>Jelszó megadása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D6BC74C7-FDA9-4701-B81E-85F46833AB6A}"/>
              </a:ext>
            </a:extLst>
          </p:cNvPr>
          <p:cNvSpPr txBox="1"/>
          <p:nvPr/>
        </p:nvSpPr>
        <p:spPr>
          <a:xfrm>
            <a:off x="4907066" y="3616322"/>
            <a:ext cx="3127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>
                <a:solidFill>
                  <a:srgbClr val="FC8F00"/>
                </a:solidFill>
              </a:rPr>
              <a:t>Jelszó megjelenítése/elrejtése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EBFD601-5AB3-43F3-BAEA-93CED85280FC}"/>
              </a:ext>
            </a:extLst>
          </p:cNvPr>
          <p:cNvSpPr txBox="1"/>
          <p:nvPr/>
        </p:nvSpPr>
        <p:spPr>
          <a:xfrm>
            <a:off x="1385703" y="5058795"/>
            <a:ext cx="221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>
                <a:solidFill>
                  <a:srgbClr val="FC8F00"/>
                </a:solidFill>
              </a:rPr>
              <a:t>Bejelentkezés Gomb</a:t>
            </a:r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C443678B-4AD2-4EEA-955E-7C03107206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783"/>
          <a:stretch/>
        </p:blipFill>
        <p:spPr>
          <a:xfrm>
            <a:off x="8286747" y="1149407"/>
            <a:ext cx="3411241" cy="3800500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58149152-041D-4C9E-AD64-715F4534ADE4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Akciógomb: Kezdő dia 1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A6E8A16-BB08-4B90-9FE8-F4128DA162FE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AC9B6C32-36B7-411E-B925-3D0C81AD2AFD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Bejelentkezés</a:t>
            </a:r>
          </a:p>
        </p:txBody>
      </p:sp>
    </p:spTree>
    <p:extLst>
      <p:ext uri="{BB962C8B-B14F-4D97-AF65-F5344CB8AC3E}">
        <p14:creationId xmlns:p14="http://schemas.microsoft.com/office/powerpoint/2010/main" val="2634653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9949E-8550-3DEA-28D1-67F5AE11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7B3724B-35B9-4B0B-9585-2CD912704104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540BC58-AE18-4DC7-998E-F829B19D8B2E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19A0BC0-BF12-43FA-BC67-72865198C4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810"/>
          <a:stretch/>
        </p:blipFill>
        <p:spPr>
          <a:xfrm>
            <a:off x="7973194" y="996958"/>
            <a:ext cx="3944642" cy="4389877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67792263-F86B-481C-A239-71F5D8DFFB9B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1CBCA31-098A-49B5-B6B1-17D9F825BB46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1AA574DE-A3E9-4695-B71D-EE5611F8B2B9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HOME felület</a:t>
            </a:r>
          </a:p>
        </p:txBody>
      </p:sp>
      <p:pic>
        <p:nvPicPr>
          <p:cNvPr id="3" name="Kép 2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1AD0DD73-65E2-869F-37B6-360900405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74" y="1283228"/>
            <a:ext cx="7255100" cy="38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77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BE5F3-8A1F-92B0-04B0-E9D98262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yíl: jobbra mutató 6">
            <a:extLst>
              <a:ext uri="{FF2B5EF4-FFF2-40B4-BE49-F238E27FC236}">
                <a16:creationId xmlns:a16="http://schemas.microsoft.com/office/drawing/2014/main" id="{05B15D4A-1237-864F-47DE-A03CD57D4912}"/>
              </a:ext>
            </a:extLst>
          </p:cNvPr>
          <p:cNvSpPr/>
          <p:nvPr/>
        </p:nvSpPr>
        <p:spPr>
          <a:xfrm rot="-2220000">
            <a:off x="2136532" y="2150234"/>
            <a:ext cx="1581727" cy="346364"/>
          </a:xfrm>
          <a:prstGeom prst="rightArrow">
            <a:avLst/>
          </a:prstGeom>
          <a:solidFill>
            <a:srgbClr val="FF8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Tovább vagy Következő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B6E7154-F580-44C0-9F18-A52EDCAE18B3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Vissza vagy Előző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6A53921-4708-4EFD-BF28-526495D42529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4B1038C1-9A0B-4737-95DE-18A8685D328E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Akciógomb: Kezdő dia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68DB441-308A-4F5F-9ECA-935DA83BD7B5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C69B13D3-ED39-4B39-81BE-2027E98C38EF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Home felület: Kategóriák</a:t>
            </a:r>
          </a:p>
        </p:txBody>
      </p:sp>
      <p:pic>
        <p:nvPicPr>
          <p:cNvPr id="2" name="Kép 1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C5B32FB2-C0B7-DCAD-B2C2-50DACB754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964" y="1057847"/>
            <a:ext cx="9144001" cy="4742306"/>
          </a:xfrm>
          <a:prstGeom prst="rect">
            <a:avLst/>
          </a:prstGeom>
          <a:ln>
            <a:solidFill>
              <a:srgbClr val="FC8F00"/>
            </a:solidFill>
          </a:ln>
        </p:spPr>
      </p:pic>
      <p:pic>
        <p:nvPicPr>
          <p:cNvPr id="4" name="Kép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F155D91-A9DF-579D-F384-377B216791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71" r="353" b="342"/>
          <a:stretch>
            <a:fillRect/>
          </a:stretch>
        </p:blipFill>
        <p:spPr>
          <a:xfrm>
            <a:off x="277834" y="2602673"/>
            <a:ext cx="3018249" cy="2725916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48F469A2-E750-0474-6215-39B7250D655F}"/>
              </a:ext>
            </a:extLst>
          </p:cNvPr>
          <p:cNvSpPr/>
          <p:nvPr/>
        </p:nvSpPr>
        <p:spPr>
          <a:xfrm rot="-1440000">
            <a:off x="1399222" y="1758739"/>
            <a:ext cx="2200140" cy="418562"/>
          </a:xfrm>
          <a:prstGeom prst="rightArrow">
            <a:avLst/>
          </a:prstGeom>
          <a:solidFill>
            <a:srgbClr val="002060"/>
          </a:solidFill>
          <a:ln>
            <a:solidFill>
              <a:srgbClr val="FF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7736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B7C30-E9D5-D4D9-1CF7-D787697E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B0A7B843-FF24-3E7C-93A9-FCEB8B26C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11" y="1315424"/>
            <a:ext cx="9433776" cy="4978419"/>
          </a:xfrm>
          <a:prstGeom prst="rect">
            <a:avLst/>
          </a:prstGeom>
          <a:ln>
            <a:solidFill>
              <a:srgbClr val="FC8F00"/>
            </a:solidFill>
          </a:ln>
        </p:spPr>
      </p:pic>
      <p:pic>
        <p:nvPicPr>
          <p:cNvPr id="4" name="Kép 3" descr="A képen szöveg, képernyőkép, kültéri, tábla látható&#10;&#10;Lehet, hogy az AI által létrehozott tartalom helytelen.">
            <a:extLst>
              <a:ext uri="{FF2B5EF4-FFF2-40B4-BE49-F238E27FC236}">
                <a16:creationId xmlns:a16="http://schemas.microsoft.com/office/drawing/2014/main" id="{CBD51301-1C99-1787-DB70-B2E5BBEC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003" y="3112720"/>
            <a:ext cx="2190750" cy="2009775"/>
          </a:xfrm>
          <a:prstGeom prst="rect">
            <a:avLst/>
          </a:prstGeom>
          <a:ln>
            <a:solidFill>
              <a:srgbClr val="FF8000"/>
            </a:solidFill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B9A48E1-BE38-E3B2-F2AB-07F0DCBBC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003" y="5123086"/>
            <a:ext cx="4657725" cy="1152525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11" name="Akciógomb: Tovább vagy Következő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C3D9325-4972-4E23-9478-AC318D8677C4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Akciógomb: Vissza vagy Előző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75DC854-B587-4CA9-801D-D08DBDAA6EB1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4993C56-AB81-4C6A-B5CC-D48E84E16250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Akciógomb: Kezdő dia 1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FE0E532-9065-4C6D-9F8C-BE4EB7F99090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Cím 1">
            <a:extLst>
              <a:ext uri="{FF2B5EF4-FFF2-40B4-BE49-F238E27FC236}">
                <a16:creationId xmlns:a16="http://schemas.microsoft.com/office/drawing/2014/main" id="{B3A2896F-ACAB-4760-A35A-3238E44D2AE5}"/>
              </a:ext>
            </a:extLst>
          </p:cNvPr>
          <p:cNvSpPr txBox="1">
            <a:spLocks/>
          </p:cNvSpPr>
          <p:nvPr/>
        </p:nvSpPr>
        <p:spPr>
          <a:xfrm>
            <a:off x="71718" y="67611"/>
            <a:ext cx="9905998" cy="588327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Home Felület: Rendezés</a:t>
            </a:r>
          </a:p>
        </p:txBody>
      </p:sp>
      <p:sp>
        <p:nvSpPr>
          <p:cNvPr id="8" name="Nyíl: jobbra mutató 7">
            <a:extLst>
              <a:ext uri="{FF2B5EF4-FFF2-40B4-BE49-F238E27FC236}">
                <a16:creationId xmlns:a16="http://schemas.microsoft.com/office/drawing/2014/main" id="{A0DB3EBA-8DE6-1B7E-FDB8-1EE28743620E}"/>
              </a:ext>
            </a:extLst>
          </p:cNvPr>
          <p:cNvSpPr/>
          <p:nvPr/>
        </p:nvSpPr>
        <p:spPr>
          <a:xfrm rot="19800000">
            <a:off x="3620656" y="2257963"/>
            <a:ext cx="2296731" cy="504421"/>
          </a:xfrm>
          <a:prstGeom prst="rightArrow">
            <a:avLst/>
          </a:prstGeom>
          <a:solidFill>
            <a:srgbClr val="002060"/>
          </a:solidFill>
          <a:ln>
            <a:solidFill>
              <a:srgbClr val="FF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3551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A49A5-CD28-83CD-07A4-151A54C2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AF359507-87DA-182A-1D2C-0A10B7CE7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74" y="1261764"/>
            <a:ext cx="9133269" cy="4838897"/>
          </a:xfrm>
          <a:prstGeom prst="rect">
            <a:avLst/>
          </a:prstGeom>
          <a:ln>
            <a:solidFill>
              <a:srgbClr val="FC8F00"/>
            </a:solidFill>
          </a:ln>
        </p:spPr>
      </p:pic>
      <p:pic>
        <p:nvPicPr>
          <p:cNvPr id="3" name="Kép 2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3126F760-BB9D-F9A9-A39D-69875A1C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221" y="1259230"/>
            <a:ext cx="1921309" cy="3350842"/>
          </a:xfrm>
          <a:prstGeom prst="rect">
            <a:avLst/>
          </a:prstGeom>
          <a:ln>
            <a:solidFill>
              <a:srgbClr val="FC8F00"/>
            </a:solidFill>
          </a:ln>
        </p:spPr>
      </p:pic>
      <p:pic>
        <p:nvPicPr>
          <p:cNvPr id="11" name="Kép 10" descr="Click PNG para descargar gratis">
            <a:extLst>
              <a:ext uri="{FF2B5EF4-FFF2-40B4-BE49-F238E27FC236}">
                <a16:creationId xmlns:a16="http://schemas.microsoft.com/office/drawing/2014/main" id="{B9BE426C-AE98-D61B-6766-EBB43A860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005" y="1263648"/>
            <a:ext cx="668868" cy="690034"/>
          </a:xfrm>
          <a:prstGeom prst="rect">
            <a:avLst/>
          </a:prstGeom>
        </p:spPr>
      </p:pic>
      <p:sp>
        <p:nvSpPr>
          <p:cNvPr id="9" name="Akciógomb: Tovább vagy Következő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D8DA495-9ED1-4354-A9D7-9CF3EF218873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Akciógomb: Vissza vagy Előző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4825D2B-B77A-4713-831D-E8D4072C3E30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E823CD81-96AF-4694-9005-29F82F8DDC4F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Akciógomb: Kezdő dia 1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2D5E776-4080-4C3F-A767-6D6BA1C69955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Cím 1">
            <a:extLst>
              <a:ext uri="{FF2B5EF4-FFF2-40B4-BE49-F238E27FC236}">
                <a16:creationId xmlns:a16="http://schemas.microsoft.com/office/drawing/2014/main" id="{C23E77B2-7D19-4630-ADD4-E5FA825BFE92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Home felület: funkciók</a:t>
            </a:r>
          </a:p>
        </p:txBody>
      </p:sp>
    </p:spTree>
    <p:extLst>
      <p:ext uri="{BB962C8B-B14F-4D97-AF65-F5344CB8AC3E}">
        <p14:creationId xmlns:p14="http://schemas.microsoft.com/office/powerpoint/2010/main" val="3012830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CA9E53B-2D56-4109-906F-25D877A31085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7916297-4430-4F45-8E29-BDF250725512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A12E7C34-8A50-4FBB-8522-57DF37905787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39FA610-1872-4A90-9EBE-6A62010A75FA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954810C7-F7F9-41D7-A5B5-D780771262BC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Termék feltöltés</a:t>
            </a:r>
            <a:endParaRPr lang="hu-HU"/>
          </a:p>
        </p:txBody>
      </p:sp>
      <p:pic>
        <p:nvPicPr>
          <p:cNvPr id="3" name="Kép 2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F288A16-E484-1C8E-E435-219667D51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70" y="1229566"/>
            <a:ext cx="9251325" cy="4881827"/>
          </a:xfrm>
          <a:prstGeom prst="rect">
            <a:avLst/>
          </a:prstGeom>
        </p:spPr>
      </p:pic>
      <p:pic>
        <p:nvPicPr>
          <p:cNvPr id="13" name="Kép 12" descr="Click PNG para descargar gratis">
            <a:extLst>
              <a:ext uri="{FF2B5EF4-FFF2-40B4-BE49-F238E27FC236}">
                <a16:creationId xmlns:a16="http://schemas.microsoft.com/office/drawing/2014/main" id="{0B3E5963-DB4F-4A16-9F79-B68C3C4FC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289" y="1232155"/>
            <a:ext cx="668868" cy="69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09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diagram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2E873B3A-6D3D-8F76-A51A-B5BFF79FF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3366" r="23034" b="233"/>
          <a:stretch>
            <a:fillRect/>
          </a:stretch>
        </p:blipFill>
        <p:spPr>
          <a:xfrm>
            <a:off x="3383736" y="1309604"/>
            <a:ext cx="5672583" cy="5010255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E9E9775-C6C8-487C-B67E-D5886A0EBAF6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D14F8F8-C851-4F44-9CCA-13B3D29BFC4E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645D35D3-BD3A-426C-8E59-2E6306D8A96B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4441801-2D52-4A01-92F9-F031AE097F65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0F5A74F9-3378-45E0-9083-125029F15C9F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Termék feltöltés</a:t>
            </a:r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6187A3F-4A02-EA1C-24B1-52B7C1C5178A}"/>
              </a:ext>
            </a:extLst>
          </p:cNvPr>
          <p:cNvSpPr txBox="1"/>
          <p:nvPr/>
        </p:nvSpPr>
        <p:spPr>
          <a:xfrm>
            <a:off x="304800" y="1078523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u="sng">
                <a:solidFill>
                  <a:srgbClr val="FC8F00"/>
                </a:solidFill>
              </a:rPr>
              <a:t>Kép feltöltés</a:t>
            </a:r>
          </a:p>
        </p:txBody>
      </p:sp>
    </p:spTree>
    <p:extLst>
      <p:ext uri="{BB962C8B-B14F-4D97-AF65-F5344CB8AC3E}">
        <p14:creationId xmlns:p14="http://schemas.microsoft.com/office/powerpoint/2010/main" val="3929670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EAAE0A25-1D4C-B747-8F8F-93DB96216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3502" r="23041" b="268"/>
          <a:stretch>
            <a:fillRect/>
          </a:stretch>
        </p:blipFill>
        <p:spPr>
          <a:xfrm>
            <a:off x="3404414" y="1594228"/>
            <a:ext cx="5442476" cy="4350332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D679F3B-56B0-4A0D-B6A5-510AEB4448E5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C1C7545-36D8-4D65-BE7B-AD3B2CDC37A7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74741B33-A7F3-4864-BF74-253A662E00D8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493BFC1-9701-43DC-8D62-462DF7BB1561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504DCEF9-7171-455A-AF88-020728E217FF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Termék feltöltés</a:t>
            </a:r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B383458-6CD3-1FF1-88B5-5545F0E79FB4}"/>
              </a:ext>
            </a:extLst>
          </p:cNvPr>
          <p:cNvSpPr txBox="1"/>
          <p:nvPr/>
        </p:nvSpPr>
        <p:spPr>
          <a:xfrm>
            <a:off x="281354" y="1137138"/>
            <a:ext cx="31183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u="sng">
                <a:solidFill>
                  <a:srgbClr val="FC8F00"/>
                </a:solidFill>
              </a:rPr>
              <a:t>Adat feltöltés</a:t>
            </a:r>
          </a:p>
        </p:txBody>
      </p:sp>
    </p:spTree>
    <p:extLst>
      <p:ext uri="{BB962C8B-B14F-4D97-AF65-F5344CB8AC3E}">
        <p14:creationId xmlns:p14="http://schemas.microsoft.com/office/powerpoint/2010/main" val="576756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39702FE6-747C-CCCE-A7BE-1569E2BC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7" y="1122241"/>
            <a:ext cx="9745015" cy="5096474"/>
          </a:xfrm>
          <a:prstGeom prst="rect">
            <a:avLst/>
          </a:prstGeom>
          <a:ln>
            <a:solidFill>
              <a:srgbClr val="FC8F00"/>
            </a:solidFill>
          </a:ln>
        </p:spPr>
      </p:pic>
      <p:pic>
        <p:nvPicPr>
          <p:cNvPr id="7" name="Kép 6" descr="Click PNG para descargar gratis">
            <a:extLst>
              <a:ext uri="{FF2B5EF4-FFF2-40B4-BE49-F238E27FC236}">
                <a16:creationId xmlns:a16="http://schemas.microsoft.com/office/drawing/2014/main" id="{67370671-93E9-F41F-6D51-BFEE53A9C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90" y="2804344"/>
            <a:ext cx="668868" cy="690034"/>
          </a:xfrm>
          <a:prstGeom prst="rect">
            <a:avLst/>
          </a:prstGeom>
        </p:spPr>
      </p:pic>
      <p:sp>
        <p:nvSpPr>
          <p:cNvPr id="9" name="Akciógomb: Tovább vagy Következő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1C6D028-55E5-4B3C-AA1F-1DC5917ECA1C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232EC86-AB1E-46A0-A6CE-132C26019C27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86CC0237-E9ED-41BC-95E9-3CE9BFFA08F9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BBCFF08-2B9C-46DE-B995-C956A93567A8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6DD3055A-0F94-4411-BA6B-25AA50E1C2F9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rgbClr val="CF7133">
                      <a:lumMod val="50000"/>
                    </a:srgb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Bérlési folyamat</a:t>
            </a:r>
          </a:p>
        </p:txBody>
      </p:sp>
    </p:spTree>
    <p:extLst>
      <p:ext uri="{BB962C8B-B14F-4D97-AF65-F5344CB8AC3E}">
        <p14:creationId xmlns:p14="http://schemas.microsoft.com/office/powerpoint/2010/main" val="4213579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kerék, Szárazföldi jármű látható&#10;&#10;Lehet, hogy az AI által létrehozott tartalom helytelen.">
            <a:extLst>
              <a:ext uri="{FF2B5EF4-FFF2-40B4-BE49-F238E27FC236}">
                <a16:creationId xmlns:a16="http://schemas.microsoft.com/office/drawing/2014/main" id="{F6B9ADAC-D9CA-F600-0AC5-97D9AB21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239" y="869323"/>
            <a:ext cx="6329522" cy="5591579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  <p:pic>
        <p:nvPicPr>
          <p:cNvPr id="5" name="Kép 4" descr="Click PNG para descargar gratis">
            <a:extLst>
              <a:ext uri="{FF2B5EF4-FFF2-40B4-BE49-F238E27FC236}">
                <a16:creationId xmlns:a16="http://schemas.microsoft.com/office/drawing/2014/main" id="{DEC6F400-797F-8BEA-2778-250A6130E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679" y="5942284"/>
            <a:ext cx="668868" cy="690034"/>
          </a:xfrm>
          <a:prstGeom prst="rect">
            <a:avLst/>
          </a:prstGeom>
        </p:spPr>
      </p:pic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82102C6-FE51-4461-9224-E7299CCE602B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D697459-A6BE-47D8-9F6E-9C268094DC7B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D3CE0480-5CED-4C5D-A99C-333035C4E000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34ECC1E-CC33-475B-9FF4-D5E1788B55EA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9405320C-DE99-45D0-9302-E9AC96E01F3F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Bérlési folyamat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2177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Operációs rendszer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E696FC57-37F5-EF50-25EB-D49107746A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" t="1074" r="2434" b="1858"/>
          <a:stretch/>
        </p:blipFill>
        <p:spPr>
          <a:xfrm>
            <a:off x="3902318" y="860668"/>
            <a:ext cx="4397864" cy="5497439"/>
          </a:xfrm>
          <a:prstGeom prst="roundRect">
            <a:avLst/>
          </a:prstGeom>
          <a:ln w="28575">
            <a:solidFill>
              <a:srgbClr val="FC8F00"/>
            </a:solidFill>
          </a:ln>
        </p:spPr>
      </p:pic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285B577-45F0-47F3-A68E-31022AE9A870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Akciógomb: Vissza vagy Előző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1932DFB-0760-482E-98D9-8022AF2F0B36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9F6C034D-E6FA-4FEF-B581-6FACFE446000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935FF18-294E-431F-8039-685F2C5AC03E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3D827969-0D34-4774-B3FB-CAB1F518D88F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Bérlési folyamat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7595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kciógomb: Tovább vagy Következő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040C48C-88FF-42C3-8E22-BCBAB6AEEAF0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Vissza vagy Előző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C473116-3E39-48C4-BF7B-3AF162FA8BBD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337B5E8D-C462-48EA-9D77-1B9A6D7C6F6A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5B00113-EC4A-45B0-86AF-E9F79C517C47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0D590FFB-0EA2-416D-BB38-BE4F1FF02057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Bérlési FOlyamat</a:t>
            </a:r>
            <a:endParaRPr lang="hu-HU"/>
          </a:p>
        </p:txBody>
      </p:sp>
      <p:pic>
        <p:nvPicPr>
          <p:cNvPr id="2" name="Kép 1" descr="A képen szöveg, kerék, képernyőkép, Szárazföldi jármű látható&#10;&#10;Lehet, hogy az AI által létrehozott tartalom helytelen.">
            <a:extLst>
              <a:ext uri="{FF2B5EF4-FFF2-40B4-BE49-F238E27FC236}">
                <a16:creationId xmlns:a16="http://schemas.microsoft.com/office/drawing/2014/main" id="{00EDDB84-052E-9EF3-6585-9139749F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101" y="965915"/>
            <a:ext cx="6071263" cy="5334001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  <p:pic>
        <p:nvPicPr>
          <p:cNvPr id="5" name="Kép 4" descr="Click PNG para descargar gratis">
            <a:extLst>
              <a:ext uri="{FF2B5EF4-FFF2-40B4-BE49-F238E27FC236}">
                <a16:creationId xmlns:a16="http://schemas.microsoft.com/office/drawing/2014/main" id="{F14CEEB5-8594-42A4-ACDF-C6561D02F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856" y="5767192"/>
            <a:ext cx="668868" cy="69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51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FC8DB-A3F7-72DC-B1AA-CCCCAC37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4E1BD4-997F-403A-96CF-C1EA028AF643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2E99295-5350-4D90-817E-2B2B03529159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69E551A9-A271-41DE-923F-3871B8AE7A61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B04870E-ADCA-42AC-99CF-420D49AC3B0F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9D6297E8-372B-4535-B23C-726215CBADD0}"/>
              </a:ext>
            </a:extLst>
          </p:cNvPr>
          <p:cNvSpPr txBox="1">
            <a:spLocks/>
          </p:cNvSpPr>
          <p:nvPr/>
        </p:nvSpPr>
        <p:spPr>
          <a:xfrm>
            <a:off x="18056" y="89076"/>
            <a:ext cx="9905998" cy="556741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Értesítések</a:t>
            </a:r>
            <a:endParaRPr lang="hu-HU"/>
          </a:p>
        </p:txBody>
      </p:sp>
      <p:pic>
        <p:nvPicPr>
          <p:cNvPr id="3" name="Kép 2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0750D9D3-731F-24A9-2E6A-F008B062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014" y="958119"/>
            <a:ext cx="9476705" cy="4931031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  <p:pic>
        <p:nvPicPr>
          <p:cNvPr id="5" name="Kép 4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2D8B5C83-A931-4ADF-8513-431D42AAA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307" y="2701478"/>
            <a:ext cx="3838710" cy="3773242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</p:spTree>
    <p:extLst>
      <p:ext uri="{BB962C8B-B14F-4D97-AF65-F5344CB8AC3E}">
        <p14:creationId xmlns:p14="http://schemas.microsoft.com/office/powerpoint/2010/main" val="2516502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B4E14-40D3-5DB3-7AC1-0024508E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1C4741D-FCDC-4AE1-9AF0-49071DC071A3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4FF8A8A-DC83-4A19-A863-55E5A66A4C10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282DA31-2976-405D-9C1D-3470E3D32BE8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A2F6A7-5E2E-4AE1-8FC4-691F40A9C913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389058F4-CB6F-4DB6-8A8C-A22A39C37C60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PRofil felület</a:t>
            </a:r>
            <a:endParaRPr lang="hu-HU"/>
          </a:p>
        </p:txBody>
      </p:sp>
      <p:pic>
        <p:nvPicPr>
          <p:cNvPr id="2" name="Kép 1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C1B6947C-875B-4534-2BFF-7E697CFB4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87" y="1218701"/>
            <a:ext cx="9616226" cy="5000148"/>
          </a:xfrm>
          <a:prstGeom prst="rect">
            <a:avLst/>
          </a:prstGeom>
          <a:ln w="28575">
            <a:solidFill>
              <a:srgbClr val="FC8F00"/>
            </a:solidFill>
          </a:ln>
        </p:spPr>
      </p:pic>
    </p:spTree>
    <p:extLst>
      <p:ext uri="{BB962C8B-B14F-4D97-AF65-F5344CB8AC3E}">
        <p14:creationId xmlns:p14="http://schemas.microsoft.com/office/powerpoint/2010/main" val="90231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0233F-7C7C-8EED-C3B8-834C9009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05A015B-D558-4A72-8B83-5E7831773D48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87F7B50-CB1E-4EAB-ACA0-9053CFEF90E9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8E158996-115B-48FD-851F-3E572E2EF257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EDC8ABC-6276-4351-BD2F-B4195DF380E6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3576E595-E4B5-40A2-920F-79D50834BFF0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Beállítások</a:t>
            </a:r>
          </a:p>
        </p:txBody>
      </p:sp>
      <p:pic>
        <p:nvPicPr>
          <p:cNvPr id="3" name="Kép 2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8CEF4B76-0064-9D84-B056-E0D7B4D7A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87" y="976313"/>
            <a:ext cx="4943475" cy="4905375"/>
          </a:xfrm>
          <a:prstGeom prst="rect">
            <a:avLst/>
          </a:prstGeom>
          <a:ln w="6350">
            <a:solidFill>
              <a:srgbClr val="FC8F00"/>
            </a:solidFill>
          </a:ln>
        </p:spPr>
      </p:pic>
      <p:pic>
        <p:nvPicPr>
          <p:cNvPr id="5" name="Kép 4" descr="A képen szöveg, képernyőkép, képernyő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A9108F6-B12F-F7A4-1E19-8977AF3243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24" t="8621" r="11538" b="7759"/>
          <a:stretch>
            <a:fillRect/>
          </a:stretch>
        </p:blipFill>
        <p:spPr>
          <a:xfrm>
            <a:off x="7713184" y="1980663"/>
            <a:ext cx="3802577" cy="2907591"/>
          </a:xfrm>
          <a:prstGeom prst="rect">
            <a:avLst/>
          </a:prstGeom>
          <a:ln>
            <a:solidFill>
              <a:srgbClr val="FC8F00"/>
            </a:solidFill>
          </a:ln>
        </p:spPr>
      </p:pic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B1CB5762-A3DE-DAEF-0227-191BCD064A39}"/>
              </a:ext>
            </a:extLst>
          </p:cNvPr>
          <p:cNvSpPr/>
          <p:nvPr/>
        </p:nvSpPr>
        <p:spPr>
          <a:xfrm>
            <a:off x="6388472" y="3795519"/>
            <a:ext cx="1502535" cy="386365"/>
          </a:xfrm>
          <a:prstGeom prst="rightArrow">
            <a:avLst/>
          </a:prstGeom>
          <a:solidFill>
            <a:srgbClr val="002060"/>
          </a:solidFill>
          <a:ln>
            <a:solidFill>
              <a:srgbClr val="FF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189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92AD8-D772-66A2-6923-BDBF6800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BB253F5-97DB-0830-3E4C-4385E3BF2461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50FF524-E488-9154-CE70-3787B5AC0548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4315D598-046A-9CDA-CFD1-54C8E3061602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C6F8D99-E3A2-29E5-F34B-2DCA8CDD7105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40C7D85F-096C-1DD6-1BC1-522CC739FED6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rgbClr val="CF7133">
                      <a:lumMod val="50000"/>
                    </a:srgb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Admin Felület</a:t>
            </a:r>
            <a:endParaRPr lang="hu-HU" dirty="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2" name="Kép 1" descr="A képen szöveg, képernyőkép, Acélkék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EA028D3-B825-BA5C-E440-B008D852A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421" y="1122891"/>
            <a:ext cx="8431741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77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17985-65B9-722F-5398-90EA4261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7E4BF24-BB87-5CD3-4F22-2079E0FE1B9C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618F398-CC64-B329-502A-BC4457D9E3E2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167BBEDC-23CC-C54A-F33C-6F93D97641C3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BA3E1A3-6954-594C-8EEE-EBBC3531D1A0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5B7C23EC-2CB5-C54F-549E-891DF3BBA68E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rgbClr val="CF7133">
                      <a:lumMod val="50000"/>
                    </a:srgb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Admin Felület</a:t>
            </a:r>
            <a:endParaRPr lang="hu-HU" dirty="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4" name="Kép 3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0A120585-B225-B864-8318-5BE3E985E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38" y="1085850"/>
            <a:ext cx="10865908" cy="468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09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A6045-9A15-81C2-0F7A-052B518A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EE7A970-182D-041B-064A-D3B5B5A42DAA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9171D69-E95A-2545-1458-5ED807A36F5B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B5ABA4CA-1F6C-B08A-1A1C-1C24B4C50845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7979BCC-69ED-E08C-5306-7C99472310C4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EA1047D0-1B91-A3D3-1CA3-89E8DE7E59BB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rgbClr val="CF7133">
                      <a:lumMod val="50000"/>
                    </a:srgb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Admin Felület</a:t>
            </a:r>
            <a:endParaRPr lang="hu-HU" dirty="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A1578A7F-7195-B62F-9F17-011FF5BC2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88" y="870480"/>
            <a:ext cx="10558991" cy="559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51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5C9E5-737B-DEB9-7787-B589618F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kciógomb: Tovább vagy Következő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046E48B-9906-E113-EC72-71E7534ACD3E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Akciógomb: Vissza vagy Előző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A7861A5-9A69-02AE-B742-C24476F4E119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42E62BD-292F-5F0A-965C-74CFAA3AB149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Akciógomb: Kezdő dia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A329D32-F078-8397-32DA-44E503610355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B866C060-4BFA-52A4-474B-B73055FDDFB4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rgbClr val="CF7133">
                      <a:lumMod val="50000"/>
                    </a:srgb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Admin Felület</a:t>
            </a:r>
            <a:endParaRPr lang="hu-HU" dirty="0">
              <a:ln w="3175" cmpd="sng">
                <a:solidFill>
                  <a:srgbClr val="CF7133">
                    <a:lumMod val="50000"/>
                  </a:srgbClr>
                </a:solidFill>
              </a:ln>
              <a:solidFill>
                <a:srgbClr val="FC8F00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3" name="Kép 2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BAF5D213-2349-90D8-7FBC-3D3DDF236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05" y="1278467"/>
            <a:ext cx="11225741" cy="452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52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561"/>
            </a:gs>
            <a:gs pos="47000">
              <a:srgbClr val="162D66"/>
            </a:gs>
            <a:gs pos="100000">
              <a:srgbClr val="1A2233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66A82-7584-41F9-F68A-A4EEC6CD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7EC859-BA3E-C876-4CCA-BCCE3719A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49916"/>
            <a:ext cx="9905998" cy="31242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Frontend</a:t>
            </a:r>
            <a:r>
              <a:rPr lang="hu-HU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:</a:t>
            </a:r>
            <a:endParaRPr lang="hu-HU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/>
            <a:r>
              <a:rPr lang="hu-HU" b="1">
                <a:solidFill>
                  <a:srgbClr val="AC58ED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Jasmin</a:t>
            </a:r>
          </a:p>
          <a:p>
            <a:pPr lvl="1">
              <a:buClr>
                <a:srgbClr val="FFFFFF"/>
              </a:buClr>
            </a:pPr>
            <a:r>
              <a:rPr lang="hu-HU" b="1">
                <a:solidFill>
                  <a:srgbClr val="92D05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Karma </a:t>
            </a:r>
            <a:endParaRPr lang="hu-HU">
              <a:solidFill>
                <a:srgbClr val="92D050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hu-HU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 </a:t>
            </a:r>
            <a:endParaRPr lang="hu-HU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5" name="Akciógomb: Tovább vagy Következő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E892555-E5AA-4D67-BD3A-43114D6CF3A4}"/>
              </a:ext>
            </a:extLst>
          </p:cNvPr>
          <p:cNvSpPr/>
          <p:nvPr/>
        </p:nvSpPr>
        <p:spPr>
          <a:xfrm>
            <a:off x="11697989" y="6467116"/>
            <a:ext cx="422293" cy="323273"/>
          </a:xfrm>
          <a:prstGeom prst="actionButtonForwardNext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Akciógomb: Vissza vagy Előző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C1303F1-B467-40DD-AB99-7D7E67EF0826}"/>
              </a:ext>
            </a:extLst>
          </p:cNvPr>
          <p:cNvSpPr/>
          <p:nvPr/>
        </p:nvSpPr>
        <p:spPr>
          <a:xfrm>
            <a:off x="71718" y="6465568"/>
            <a:ext cx="422293" cy="324821"/>
          </a:xfrm>
          <a:prstGeom prst="actionButtonBackPrevious">
            <a:avLst/>
          </a:prstGeom>
          <a:solidFill>
            <a:srgbClr val="1A2233"/>
          </a:soli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BAFC88EF-5DB9-4895-BF98-3A119472F05E}"/>
              </a:ext>
            </a:extLst>
          </p:cNvPr>
          <p:cNvSpPr/>
          <p:nvPr/>
        </p:nvSpPr>
        <p:spPr>
          <a:xfrm>
            <a:off x="15037" y="58896"/>
            <a:ext cx="12176963" cy="609599"/>
          </a:xfrm>
          <a:prstGeom prst="roundRect">
            <a:avLst/>
          </a:prstGeom>
          <a:gradFill flip="none" rotWithShape="1">
            <a:gsLst>
              <a:gs pos="23000">
                <a:srgbClr val="D77E07">
                  <a:shade val="30000"/>
                  <a:satMod val="115000"/>
                </a:srgbClr>
              </a:gs>
              <a:gs pos="62000">
                <a:srgbClr val="D77E07">
                  <a:shade val="67500"/>
                  <a:satMod val="115000"/>
                </a:srgbClr>
              </a:gs>
              <a:gs pos="99324">
                <a:srgbClr val="B35A02"/>
              </a:gs>
              <a:gs pos="85000">
                <a:srgbClr val="D77E0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0">
                  <a:srgbClr val="FC8F00"/>
                </a:gs>
                <a:gs pos="55000">
                  <a:srgbClr val="D77E07"/>
                </a:gs>
                <a:gs pos="100000">
                  <a:srgbClr val="B35A0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kciógomb: Kezdő dia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D79C853-95E9-4AEE-86A1-566F65FA5AEF}"/>
              </a:ext>
            </a:extLst>
          </p:cNvPr>
          <p:cNvSpPr/>
          <p:nvPr/>
        </p:nvSpPr>
        <p:spPr>
          <a:xfrm>
            <a:off x="11697988" y="152547"/>
            <a:ext cx="422294" cy="422294"/>
          </a:xfrm>
          <a:prstGeom prst="actionButtonHome">
            <a:avLst/>
          </a:prstGeom>
          <a:gradFill>
            <a:gsLst>
              <a:gs pos="10000">
                <a:srgbClr val="002060"/>
              </a:gs>
              <a:gs pos="56000">
                <a:srgbClr val="20325E"/>
              </a:gs>
              <a:gs pos="99324">
                <a:srgbClr val="162D66"/>
              </a:gs>
              <a:gs pos="85000">
                <a:srgbClr val="172342"/>
              </a:gs>
            </a:gsLst>
            <a:path path="circle">
              <a:fillToRect t="100000" r="100000"/>
            </a:path>
          </a:gradFill>
          <a:ln>
            <a:solidFill>
              <a:srgbClr val="FC8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3F460BBC-4396-4E78-8E56-3718FCD90958}"/>
              </a:ext>
            </a:extLst>
          </p:cNvPr>
          <p:cNvSpPr txBox="1">
            <a:spLocks/>
          </p:cNvSpPr>
          <p:nvPr/>
        </p:nvSpPr>
        <p:spPr>
          <a:xfrm>
            <a:off x="71718" y="67612"/>
            <a:ext cx="9905998" cy="60088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algn="ctr" rotWithShape="0">
              <a:schemeClr val="bg1"/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n w="3175" cmpd="sng"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C8F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Tesztek</a:t>
            </a:r>
            <a:endParaRPr lang="hu-HU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3F7FA10-8E35-7F8F-87FC-ED9FF556EA67}"/>
              </a:ext>
            </a:extLst>
          </p:cNvPr>
          <p:cNvSpPr txBox="1"/>
          <p:nvPr/>
        </p:nvSpPr>
        <p:spPr>
          <a:xfrm>
            <a:off x="7672916" y="1449916"/>
            <a:ext cx="27114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/>
              <a:t>Backend:</a:t>
            </a:r>
          </a:p>
          <a:p>
            <a:endParaRPr lang="hu-HU" dirty="0"/>
          </a:p>
          <a:p>
            <a:pPr marL="285750" indent="-285750">
              <a:buFont typeface="Arial"/>
              <a:buChar char="•"/>
            </a:pPr>
            <a:endParaRPr lang="hu-HU" dirty="0"/>
          </a:p>
          <a:p>
            <a:r>
              <a:rPr lang="hu-HU"/>
              <a:t> 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5DB7422-8438-6F55-A751-1CCD1711FC76}"/>
              </a:ext>
            </a:extLst>
          </p:cNvPr>
          <p:cNvSpPr txBox="1"/>
          <p:nvPr/>
        </p:nvSpPr>
        <p:spPr>
          <a:xfrm>
            <a:off x="8604250" y="18626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hu-HU" b="1">
                <a:solidFill>
                  <a:srgbClr val="F28372"/>
                </a:solidFill>
              </a:rPr>
              <a:t>Jest</a:t>
            </a:r>
          </a:p>
        </p:txBody>
      </p:sp>
      <p:pic>
        <p:nvPicPr>
          <p:cNvPr id="6" name="Kép 5" descr="A képen szöveg, elektronika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E071DD8-97D8-7CEE-0C80-D878F43C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871788"/>
            <a:ext cx="5867400" cy="3400425"/>
          </a:xfrm>
          <a:prstGeom prst="rect">
            <a:avLst/>
          </a:prstGeom>
        </p:spPr>
      </p:pic>
      <p:pic>
        <p:nvPicPr>
          <p:cNvPr id="13" name="Kép 12" descr="A képen szöveg, Betűtípus, képernyőkép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2BE7FA89-47FA-ABCE-8FF3-7B4019527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829" y="2869142"/>
            <a:ext cx="5104341" cy="23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77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40</Slides>
  <Notes>1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40</vt:i4>
      </vt:variant>
    </vt:vector>
  </HeadingPairs>
  <TitlesOfParts>
    <vt:vector size="41" baseType="lpstr">
      <vt:lpstr>Mesh</vt:lpstr>
      <vt:lpstr>PowerPoint-bemutató</vt:lpstr>
      <vt:lpstr>Tartalomjegyzék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BérPartner </dc:title>
  <dc:creator/>
  <cp:revision>139</cp:revision>
  <dcterms:created xsi:type="dcterms:W3CDTF">2026-01-15T07:10:55Z</dcterms:created>
  <dcterms:modified xsi:type="dcterms:W3CDTF">2026-05-08T21:49:29Z</dcterms:modified>
</cp:coreProperties>
</file>